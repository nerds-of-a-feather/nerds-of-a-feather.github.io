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1"/>
  </p:notesMasterIdLst>
  <p:sldIdLst>
    <p:sldId id="401" r:id="rId2"/>
    <p:sldId id="400" r:id="rId3"/>
    <p:sldId id="408" r:id="rId4"/>
    <p:sldId id="402" r:id="rId5"/>
    <p:sldId id="409" r:id="rId6"/>
    <p:sldId id="404" r:id="rId7"/>
    <p:sldId id="403" r:id="rId8"/>
    <p:sldId id="405" r:id="rId9"/>
    <p:sldId id="410" r:id="rId10"/>
    <p:sldId id="406" r:id="rId11"/>
    <p:sldId id="407" r:id="rId12"/>
    <p:sldId id="411" r:id="rId13"/>
    <p:sldId id="471" r:id="rId14"/>
    <p:sldId id="472" r:id="rId15"/>
    <p:sldId id="473" r:id="rId16"/>
    <p:sldId id="474" r:id="rId17"/>
    <p:sldId id="281" r:id="rId18"/>
    <p:sldId id="282" r:id="rId19"/>
    <p:sldId id="392" r:id="rId20"/>
    <p:sldId id="373" r:id="rId21"/>
    <p:sldId id="378" r:id="rId22"/>
    <p:sldId id="379" r:id="rId23"/>
    <p:sldId id="412" r:id="rId24"/>
    <p:sldId id="416" r:id="rId25"/>
    <p:sldId id="413" r:id="rId26"/>
    <p:sldId id="417" r:id="rId27"/>
    <p:sldId id="418" r:id="rId28"/>
    <p:sldId id="419" r:id="rId29"/>
    <p:sldId id="420" r:id="rId30"/>
    <p:sldId id="422" r:id="rId31"/>
    <p:sldId id="421" r:id="rId32"/>
    <p:sldId id="430" r:id="rId33"/>
    <p:sldId id="481" r:id="rId34"/>
    <p:sldId id="482" r:id="rId35"/>
    <p:sldId id="483" r:id="rId36"/>
    <p:sldId id="484" r:id="rId37"/>
    <p:sldId id="485" r:id="rId38"/>
    <p:sldId id="486" r:id="rId39"/>
    <p:sldId id="487" r:id="rId40"/>
    <p:sldId id="431" r:id="rId41"/>
    <p:sldId id="432" r:id="rId42"/>
    <p:sldId id="267" r:id="rId43"/>
    <p:sldId id="488" r:id="rId44"/>
    <p:sldId id="489" r:id="rId45"/>
    <p:sldId id="490" r:id="rId46"/>
    <p:sldId id="498" r:id="rId47"/>
    <p:sldId id="499" r:id="rId48"/>
    <p:sldId id="425" r:id="rId49"/>
    <p:sldId id="436" r:id="rId50"/>
    <p:sldId id="429" r:id="rId51"/>
    <p:sldId id="435" r:id="rId52"/>
    <p:sldId id="440" r:id="rId53"/>
    <p:sldId id="441" r:id="rId54"/>
    <p:sldId id="442" r:id="rId55"/>
    <p:sldId id="443" r:id="rId56"/>
    <p:sldId id="444" r:id="rId57"/>
    <p:sldId id="434" r:id="rId58"/>
    <p:sldId id="439" r:id="rId59"/>
    <p:sldId id="445" r:id="rId60"/>
    <p:sldId id="476" r:id="rId61"/>
    <p:sldId id="502" r:id="rId62"/>
    <p:sldId id="507" r:id="rId63"/>
    <p:sldId id="503" r:id="rId64"/>
    <p:sldId id="504" r:id="rId65"/>
    <p:sldId id="505" r:id="rId66"/>
    <p:sldId id="506" r:id="rId67"/>
    <p:sldId id="500" r:id="rId68"/>
    <p:sldId id="453" r:id="rId69"/>
    <p:sldId id="469" r:id="rId70"/>
    <p:sldId id="470" r:id="rId71"/>
    <p:sldId id="467" r:id="rId72"/>
    <p:sldId id="468" r:id="rId73"/>
    <p:sldId id="465" r:id="rId74"/>
    <p:sldId id="466" r:id="rId75"/>
    <p:sldId id="463" r:id="rId76"/>
    <p:sldId id="464" r:id="rId77"/>
    <p:sldId id="461" r:id="rId78"/>
    <p:sldId id="462" r:id="rId79"/>
    <p:sldId id="459" r:id="rId80"/>
    <p:sldId id="460" r:id="rId81"/>
    <p:sldId id="457" r:id="rId82"/>
    <p:sldId id="458" r:id="rId83"/>
    <p:sldId id="452" r:id="rId84"/>
    <p:sldId id="455" r:id="rId85"/>
    <p:sldId id="428" r:id="rId86"/>
    <p:sldId id="454" r:id="rId87"/>
    <p:sldId id="394" r:id="rId88"/>
    <p:sldId id="510" r:id="rId89"/>
    <p:sldId id="513" r:id="rId90"/>
    <p:sldId id="512" r:id="rId91"/>
    <p:sldId id="514" r:id="rId92"/>
    <p:sldId id="511" r:id="rId93"/>
    <p:sldId id="515" r:id="rId94"/>
    <p:sldId id="516" r:id="rId95"/>
    <p:sldId id="509" r:id="rId96"/>
    <p:sldId id="508" r:id="rId97"/>
    <p:sldId id="329" r:id="rId98"/>
    <p:sldId id="520" r:id="rId99"/>
    <p:sldId id="569" r:id="rId100"/>
    <p:sldId id="535" r:id="rId101"/>
    <p:sldId id="538" r:id="rId102"/>
    <p:sldId id="537" r:id="rId103"/>
    <p:sldId id="539" r:id="rId104"/>
    <p:sldId id="524" r:id="rId105"/>
    <p:sldId id="525" r:id="rId106"/>
    <p:sldId id="527" r:id="rId107"/>
    <p:sldId id="528" r:id="rId108"/>
    <p:sldId id="529" r:id="rId109"/>
    <p:sldId id="530" r:id="rId110"/>
    <p:sldId id="531" r:id="rId111"/>
    <p:sldId id="532" r:id="rId112"/>
    <p:sldId id="533" r:id="rId113"/>
    <p:sldId id="534" r:id="rId114"/>
    <p:sldId id="526" r:id="rId115"/>
    <p:sldId id="542" r:id="rId116"/>
    <p:sldId id="543" r:id="rId117"/>
    <p:sldId id="544" r:id="rId118"/>
    <p:sldId id="547" r:id="rId119"/>
    <p:sldId id="548" r:id="rId120"/>
    <p:sldId id="549" r:id="rId121"/>
    <p:sldId id="553" r:id="rId122"/>
    <p:sldId id="554" r:id="rId123"/>
    <p:sldId id="555" r:id="rId124"/>
    <p:sldId id="556" r:id="rId125"/>
    <p:sldId id="557" r:id="rId126"/>
    <p:sldId id="558" r:id="rId127"/>
    <p:sldId id="559" r:id="rId128"/>
    <p:sldId id="560" r:id="rId129"/>
    <p:sldId id="561" r:id="rId130"/>
    <p:sldId id="567" r:id="rId131"/>
    <p:sldId id="570" r:id="rId132"/>
    <p:sldId id="562" r:id="rId133"/>
    <p:sldId id="563" r:id="rId134"/>
    <p:sldId id="564" r:id="rId135"/>
    <p:sldId id="565" r:id="rId136"/>
    <p:sldId id="566" r:id="rId137"/>
    <p:sldId id="377" r:id="rId138"/>
    <p:sldId id="372" r:id="rId139"/>
    <p:sldId id="571" r:id="rId1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529"/>
    <a:srgbClr val="B12B2B"/>
    <a:srgbClr val="9FC490"/>
    <a:srgbClr val="247BA0"/>
    <a:srgbClr val="B9E28C"/>
    <a:srgbClr val="988F2A"/>
    <a:srgbClr val="AFA060"/>
    <a:srgbClr val="ACC196"/>
    <a:srgbClr val="8D6A9F"/>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82"/>
    <p:restoredTop sz="94658"/>
  </p:normalViewPr>
  <p:slideViewPr>
    <p:cSldViewPr>
      <p:cViewPr varScale="1">
        <p:scale>
          <a:sx n="113" d="100"/>
          <a:sy n="113" d="100"/>
        </p:scale>
        <p:origin x="184" y="2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D4895-C487-8E4E-958A-24BA26CF5556}"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CE8B7-EFF8-BC46-A825-CBAC02C3B268}" type="slidenum">
              <a:rPr lang="en-US" smtClean="0"/>
              <a:t>‹#›</a:t>
            </a:fld>
            <a:endParaRPr lang="en-US"/>
          </a:p>
        </p:txBody>
      </p:sp>
    </p:spTree>
    <p:extLst>
      <p:ext uri="{BB962C8B-B14F-4D97-AF65-F5344CB8AC3E}">
        <p14:creationId xmlns:p14="http://schemas.microsoft.com/office/powerpoint/2010/main" val="2894173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examples of what BWT does to strings – first, let’s look at an extreme case. What if my string was simply “AAAAAA”? Well, then the BWT doesn’t have much to work with. It’s going to be basically the same thing. What if I mix it up a bit and have “</a:t>
            </a:r>
            <a:r>
              <a:rPr lang="en-US" dirty="0" err="1"/>
              <a:t>ababababab</a:t>
            </a:r>
            <a:r>
              <a:rPr lang="en-US" dirty="0"/>
              <a:t>”? Now I see something interesting. The BWT seems to have grouped all the A’s and all the B’s. Huh…</a:t>
            </a:r>
          </a:p>
        </p:txBody>
      </p:sp>
      <p:sp>
        <p:nvSpPr>
          <p:cNvPr id="4" name="Slide Number Placeholder 3"/>
          <p:cNvSpPr>
            <a:spLocks noGrp="1"/>
          </p:cNvSpPr>
          <p:nvPr>
            <p:ph type="sldNum" sz="quarter" idx="5"/>
          </p:nvPr>
        </p:nvSpPr>
        <p:spPr/>
        <p:txBody>
          <a:bodyPr/>
          <a:lstStyle/>
          <a:p>
            <a:fld id="{8C7CE8B7-EFF8-BC46-A825-CBAC02C3B268}" type="slidenum">
              <a:rPr lang="en-US" smtClean="0"/>
              <a:t>17</a:t>
            </a:fld>
            <a:endParaRPr lang="en-US"/>
          </a:p>
        </p:txBody>
      </p:sp>
    </p:spTree>
    <p:extLst>
      <p:ext uri="{BB962C8B-B14F-4D97-AF65-F5344CB8AC3E}">
        <p14:creationId xmlns:p14="http://schemas.microsoft.com/office/powerpoint/2010/main" val="785798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up is a classic example that is in every textbook explanation of the BWT – “BANANA”.</a:t>
            </a:r>
          </a:p>
          <a:p>
            <a:r>
              <a:rPr lang="en-US" dirty="0"/>
              <a:t>And now for the last two examples –”MURMUR” and “ABRACADABRA”.</a:t>
            </a:r>
          </a:p>
          <a:p>
            <a:r>
              <a:rPr lang="en-US" dirty="0"/>
              <a:t>So it’s all about CONTEXT! Abracadabra is a very useful example to highlight this, because the 2 B’s are both in exactly the same context (they’re both B’s in ”ABRA”).</a:t>
            </a:r>
          </a:p>
        </p:txBody>
      </p:sp>
      <p:sp>
        <p:nvSpPr>
          <p:cNvPr id="4" name="Slide Number Placeholder 3"/>
          <p:cNvSpPr>
            <a:spLocks noGrp="1"/>
          </p:cNvSpPr>
          <p:nvPr>
            <p:ph type="sldNum" sz="quarter" idx="5"/>
          </p:nvPr>
        </p:nvSpPr>
        <p:spPr/>
        <p:txBody>
          <a:bodyPr/>
          <a:lstStyle/>
          <a:p>
            <a:fld id="{8C7CE8B7-EFF8-BC46-A825-CBAC02C3B268}" type="slidenum">
              <a:rPr lang="en-US" smtClean="0"/>
              <a:t>18</a:t>
            </a:fld>
            <a:endParaRPr lang="en-US"/>
          </a:p>
        </p:txBody>
      </p:sp>
    </p:spTree>
    <p:extLst>
      <p:ext uri="{BB962C8B-B14F-4D97-AF65-F5344CB8AC3E}">
        <p14:creationId xmlns:p14="http://schemas.microsoft.com/office/powerpoint/2010/main" val="839058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52022-1002-19AC-4E0A-E9BA36DF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5313F-FA53-DDEE-1EDD-20DE5FEA7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99575-00F6-BFCC-787D-ACC27C691424}"/>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C5C174BB-4C27-C034-F655-7C9298676939}"/>
              </a:ext>
            </a:extLst>
          </p:cNvPr>
          <p:cNvSpPr>
            <a:spLocks noGrp="1"/>
          </p:cNvSpPr>
          <p:nvPr>
            <p:ph type="sldNum" sz="quarter" idx="5"/>
          </p:nvPr>
        </p:nvSpPr>
        <p:spPr/>
        <p:txBody>
          <a:bodyPr/>
          <a:lstStyle/>
          <a:p>
            <a:fld id="{8C7CE8B7-EFF8-BC46-A825-CBAC02C3B268}" type="slidenum">
              <a:rPr lang="en-US" smtClean="0"/>
              <a:t>48</a:t>
            </a:fld>
            <a:endParaRPr lang="en-US"/>
          </a:p>
        </p:txBody>
      </p:sp>
    </p:spTree>
    <p:extLst>
      <p:ext uri="{BB962C8B-B14F-4D97-AF65-F5344CB8AC3E}">
        <p14:creationId xmlns:p14="http://schemas.microsoft.com/office/powerpoint/2010/main" val="4042336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2A44A-D603-D631-4155-555E22C96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B4182-9075-7D1D-A702-4C9EB2FAB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51349-2453-C1D1-7E32-A24E32C027C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6035A62-3581-CE17-5D1B-BBFF816A8936}"/>
              </a:ext>
            </a:extLst>
          </p:cNvPr>
          <p:cNvSpPr>
            <a:spLocks noGrp="1"/>
          </p:cNvSpPr>
          <p:nvPr>
            <p:ph type="sldNum" sz="quarter" idx="5"/>
          </p:nvPr>
        </p:nvSpPr>
        <p:spPr/>
        <p:txBody>
          <a:bodyPr/>
          <a:lstStyle/>
          <a:p>
            <a:fld id="{8C7CE8B7-EFF8-BC46-A825-CBAC02C3B268}" type="slidenum">
              <a:rPr lang="en-US" smtClean="0"/>
              <a:t>49</a:t>
            </a:fld>
            <a:endParaRPr lang="en-US"/>
          </a:p>
        </p:txBody>
      </p:sp>
    </p:spTree>
    <p:extLst>
      <p:ext uri="{BB962C8B-B14F-4D97-AF65-F5344CB8AC3E}">
        <p14:creationId xmlns:p14="http://schemas.microsoft.com/office/powerpoint/2010/main" val="2604697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2189-9512-EAB9-0BB1-8EA9F3B8F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DFB9D-4A59-306C-5A51-BB8D029EC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C54D4-E3D0-D7B0-CEAA-B83ACDDA93F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5E7688F6-8A5C-F5A6-32B9-A295B90F69C8}"/>
              </a:ext>
            </a:extLst>
          </p:cNvPr>
          <p:cNvSpPr>
            <a:spLocks noGrp="1"/>
          </p:cNvSpPr>
          <p:nvPr>
            <p:ph type="sldNum" sz="quarter" idx="5"/>
          </p:nvPr>
        </p:nvSpPr>
        <p:spPr/>
        <p:txBody>
          <a:bodyPr/>
          <a:lstStyle/>
          <a:p>
            <a:fld id="{8C7CE8B7-EFF8-BC46-A825-CBAC02C3B268}" type="slidenum">
              <a:rPr lang="en-US" smtClean="0"/>
              <a:t>50</a:t>
            </a:fld>
            <a:endParaRPr lang="en-US"/>
          </a:p>
        </p:txBody>
      </p:sp>
    </p:spTree>
    <p:extLst>
      <p:ext uri="{BB962C8B-B14F-4D97-AF65-F5344CB8AC3E}">
        <p14:creationId xmlns:p14="http://schemas.microsoft.com/office/powerpoint/2010/main" val="3409683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3226-9719-7721-EDD6-2A2FF9398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52EED-95A2-5D09-9930-0A43E2EE4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AF1EA-35BE-E64D-6FA4-8C2274B9541B}"/>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98272E36-F976-4D5F-2478-00CFC547F0C9}"/>
              </a:ext>
            </a:extLst>
          </p:cNvPr>
          <p:cNvSpPr>
            <a:spLocks noGrp="1"/>
          </p:cNvSpPr>
          <p:nvPr>
            <p:ph type="sldNum" sz="quarter" idx="5"/>
          </p:nvPr>
        </p:nvSpPr>
        <p:spPr/>
        <p:txBody>
          <a:bodyPr/>
          <a:lstStyle/>
          <a:p>
            <a:fld id="{8C7CE8B7-EFF8-BC46-A825-CBAC02C3B268}" type="slidenum">
              <a:rPr lang="en-US" smtClean="0"/>
              <a:t>51</a:t>
            </a:fld>
            <a:endParaRPr lang="en-US"/>
          </a:p>
        </p:txBody>
      </p:sp>
    </p:spTree>
    <p:extLst>
      <p:ext uri="{BB962C8B-B14F-4D97-AF65-F5344CB8AC3E}">
        <p14:creationId xmlns:p14="http://schemas.microsoft.com/office/powerpoint/2010/main" val="2064781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677B6-1EC1-22C1-E49B-641CFF1DB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14537-C8CF-569B-B850-0EFB88194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F3A8AC-003D-602B-7766-132192369B9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74B3BD9-88C0-CE75-FED4-00ADCCBDB984}"/>
              </a:ext>
            </a:extLst>
          </p:cNvPr>
          <p:cNvSpPr>
            <a:spLocks noGrp="1"/>
          </p:cNvSpPr>
          <p:nvPr>
            <p:ph type="sldNum" sz="quarter" idx="5"/>
          </p:nvPr>
        </p:nvSpPr>
        <p:spPr/>
        <p:txBody>
          <a:bodyPr/>
          <a:lstStyle/>
          <a:p>
            <a:fld id="{8C7CE8B7-EFF8-BC46-A825-CBAC02C3B268}" type="slidenum">
              <a:rPr lang="en-US" smtClean="0"/>
              <a:t>52</a:t>
            </a:fld>
            <a:endParaRPr lang="en-US"/>
          </a:p>
        </p:txBody>
      </p:sp>
    </p:spTree>
    <p:extLst>
      <p:ext uri="{BB962C8B-B14F-4D97-AF65-F5344CB8AC3E}">
        <p14:creationId xmlns:p14="http://schemas.microsoft.com/office/powerpoint/2010/main" val="2843605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31F0A-20C5-7970-E3B5-FCCE2478B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82805-3891-5588-E797-9051BBDB7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1B60F-0F0C-3CA0-B36C-DB1A065489A1}"/>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CFD00967-8540-A980-D780-D92A4B11674D}"/>
              </a:ext>
            </a:extLst>
          </p:cNvPr>
          <p:cNvSpPr>
            <a:spLocks noGrp="1"/>
          </p:cNvSpPr>
          <p:nvPr>
            <p:ph type="sldNum" sz="quarter" idx="5"/>
          </p:nvPr>
        </p:nvSpPr>
        <p:spPr/>
        <p:txBody>
          <a:bodyPr/>
          <a:lstStyle/>
          <a:p>
            <a:fld id="{8C7CE8B7-EFF8-BC46-A825-CBAC02C3B268}" type="slidenum">
              <a:rPr lang="en-US" smtClean="0"/>
              <a:t>53</a:t>
            </a:fld>
            <a:endParaRPr lang="en-US"/>
          </a:p>
        </p:txBody>
      </p:sp>
    </p:spTree>
    <p:extLst>
      <p:ext uri="{BB962C8B-B14F-4D97-AF65-F5344CB8AC3E}">
        <p14:creationId xmlns:p14="http://schemas.microsoft.com/office/powerpoint/2010/main" val="705863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B2F49-D4B9-1491-3C6E-ADBB6BD8D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3F44B-C92B-CA4E-26E6-21E302C97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72E3B-57CC-99D6-F22B-6273BB110CAD}"/>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516DE848-0498-30EA-D962-54951A9936AC}"/>
              </a:ext>
            </a:extLst>
          </p:cNvPr>
          <p:cNvSpPr>
            <a:spLocks noGrp="1"/>
          </p:cNvSpPr>
          <p:nvPr>
            <p:ph type="sldNum" sz="quarter" idx="5"/>
          </p:nvPr>
        </p:nvSpPr>
        <p:spPr/>
        <p:txBody>
          <a:bodyPr/>
          <a:lstStyle/>
          <a:p>
            <a:fld id="{8C7CE8B7-EFF8-BC46-A825-CBAC02C3B268}" type="slidenum">
              <a:rPr lang="en-US" smtClean="0"/>
              <a:t>54</a:t>
            </a:fld>
            <a:endParaRPr lang="en-US"/>
          </a:p>
        </p:txBody>
      </p:sp>
    </p:spTree>
    <p:extLst>
      <p:ext uri="{BB962C8B-B14F-4D97-AF65-F5344CB8AC3E}">
        <p14:creationId xmlns:p14="http://schemas.microsoft.com/office/powerpoint/2010/main" val="1716652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3AAF9-5B06-FF26-DD7B-0659D3543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37974-46CC-93A6-F527-8268613F3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FFEBE-A0D3-8955-13CF-C2909D6E541C}"/>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D605177-F7A7-9CF2-0AA0-0996AE6A6734}"/>
              </a:ext>
            </a:extLst>
          </p:cNvPr>
          <p:cNvSpPr>
            <a:spLocks noGrp="1"/>
          </p:cNvSpPr>
          <p:nvPr>
            <p:ph type="sldNum" sz="quarter" idx="5"/>
          </p:nvPr>
        </p:nvSpPr>
        <p:spPr/>
        <p:txBody>
          <a:bodyPr/>
          <a:lstStyle/>
          <a:p>
            <a:fld id="{8C7CE8B7-EFF8-BC46-A825-CBAC02C3B268}" type="slidenum">
              <a:rPr lang="en-US" smtClean="0"/>
              <a:t>55</a:t>
            </a:fld>
            <a:endParaRPr lang="en-US"/>
          </a:p>
        </p:txBody>
      </p:sp>
    </p:spTree>
    <p:extLst>
      <p:ext uri="{BB962C8B-B14F-4D97-AF65-F5344CB8AC3E}">
        <p14:creationId xmlns:p14="http://schemas.microsoft.com/office/powerpoint/2010/main" val="1278873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22DCE-4D82-3714-0D13-5CCBD2926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B93F9-1BEA-7F98-2BDA-09F74A6E1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CF9BC-9255-30DB-49C2-CD98B2DF215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14E6140-64BA-C370-6B3E-D0F5AB0A4ACB}"/>
              </a:ext>
            </a:extLst>
          </p:cNvPr>
          <p:cNvSpPr>
            <a:spLocks noGrp="1"/>
          </p:cNvSpPr>
          <p:nvPr>
            <p:ph type="sldNum" sz="quarter" idx="5"/>
          </p:nvPr>
        </p:nvSpPr>
        <p:spPr/>
        <p:txBody>
          <a:bodyPr/>
          <a:lstStyle/>
          <a:p>
            <a:fld id="{8C7CE8B7-EFF8-BC46-A825-CBAC02C3B268}" type="slidenum">
              <a:rPr lang="en-US" smtClean="0"/>
              <a:t>56</a:t>
            </a:fld>
            <a:endParaRPr lang="en-US"/>
          </a:p>
        </p:txBody>
      </p:sp>
    </p:spTree>
    <p:extLst>
      <p:ext uri="{BB962C8B-B14F-4D97-AF65-F5344CB8AC3E}">
        <p14:creationId xmlns:p14="http://schemas.microsoft.com/office/powerpoint/2010/main" val="4056085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33AD6-BFE3-8912-76B2-867698A20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B6307-8546-5894-54D9-BFE69FE70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3E659-BF11-90EB-4384-E87025325A8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BFC7846-475C-3F79-3DF5-1FCE0EBFC194}"/>
              </a:ext>
            </a:extLst>
          </p:cNvPr>
          <p:cNvSpPr>
            <a:spLocks noGrp="1"/>
          </p:cNvSpPr>
          <p:nvPr>
            <p:ph type="sldNum" sz="quarter" idx="5"/>
          </p:nvPr>
        </p:nvSpPr>
        <p:spPr/>
        <p:txBody>
          <a:bodyPr/>
          <a:lstStyle/>
          <a:p>
            <a:fld id="{8C7CE8B7-EFF8-BC46-A825-CBAC02C3B268}" type="slidenum">
              <a:rPr lang="en-US" smtClean="0"/>
              <a:t>57</a:t>
            </a:fld>
            <a:endParaRPr lang="en-US"/>
          </a:p>
        </p:txBody>
      </p:sp>
    </p:spTree>
    <p:extLst>
      <p:ext uri="{BB962C8B-B14F-4D97-AF65-F5344CB8AC3E}">
        <p14:creationId xmlns:p14="http://schemas.microsoft.com/office/powerpoint/2010/main" val="4164989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2332A-913D-3EAD-9EC7-C2958E764F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D3766-0C7D-DD9C-B60A-C81D81DAF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0D228-1505-0AAD-9F96-4DB8102B2568}"/>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C9AAA1CC-BC9F-F242-AF77-23DA187F76DD}"/>
              </a:ext>
            </a:extLst>
          </p:cNvPr>
          <p:cNvSpPr>
            <a:spLocks noGrp="1"/>
          </p:cNvSpPr>
          <p:nvPr>
            <p:ph type="sldNum" sz="quarter" idx="5"/>
          </p:nvPr>
        </p:nvSpPr>
        <p:spPr/>
        <p:txBody>
          <a:bodyPr/>
          <a:lstStyle/>
          <a:p>
            <a:fld id="{8C7CE8B7-EFF8-BC46-A825-CBAC02C3B268}" type="slidenum">
              <a:rPr lang="en-US" smtClean="0"/>
              <a:t>58</a:t>
            </a:fld>
            <a:endParaRPr lang="en-US"/>
          </a:p>
        </p:txBody>
      </p:sp>
    </p:spTree>
    <p:extLst>
      <p:ext uri="{BB962C8B-B14F-4D97-AF65-F5344CB8AC3E}">
        <p14:creationId xmlns:p14="http://schemas.microsoft.com/office/powerpoint/2010/main" val="1349624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414FF-2236-0158-1D9D-EB190E8EC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F4A72-D2D3-375D-F130-2BB462CF4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B1D8E-6B70-BF57-74DA-31B9231392B8}"/>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605FCD8E-CF99-ED93-DBEF-F51560F7C89A}"/>
              </a:ext>
            </a:extLst>
          </p:cNvPr>
          <p:cNvSpPr>
            <a:spLocks noGrp="1"/>
          </p:cNvSpPr>
          <p:nvPr>
            <p:ph type="sldNum" sz="quarter" idx="5"/>
          </p:nvPr>
        </p:nvSpPr>
        <p:spPr/>
        <p:txBody>
          <a:bodyPr/>
          <a:lstStyle/>
          <a:p>
            <a:fld id="{8C7CE8B7-EFF8-BC46-A825-CBAC02C3B268}" type="slidenum">
              <a:rPr lang="en-US" smtClean="0"/>
              <a:t>61</a:t>
            </a:fld>
            <a:endParaRPr lang="en-US"/>
          </a:p>
        </p:txBody>
      </p:sp>
    </p:spTree>
    <p:extLst>
      <p:ext uri="{BB962C8B-B14F-4D97-AF65-F5344CB8AC3E}">
        <p14:creationId xmlns:p14="http://schemas.microsoft.com/office/powerpoint/2010/main" val="3023410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B6707-1000-F8D3-44A2-5078BABD5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3571D-FFE5-343F-1228-3E98D4C4E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64B99-974A-CA58-AD0B-5B8F81CE11FA}"/>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5EFDBB2-873F-696B-7586-4C7C8E9721A1}"/>
              </a:ext>
            </a:extLst>
          </p:cNvPr>
          <p:cNvSpPr>
            <a:spLocks noGrp="1"/>
          </p:cNvSpPr>
          <p:nvPr>
            <p:ph type="sldNum" sz="quarter" idx="5"/>
          </p:nvPr>
        </p:nvSpPr>
        <p:spPr/>
        <p:txBody>
          <a:bodyPr/>
          <a:lstStyle/>
          <a:p>
            <a:fld id="{8C7CE8B7-EFF8-BC46-A825-CBAC02C3B268}" type="slidenum">
              <a:rPr lang="en-US" smtClean="0"/>
              <a:t>62</a:t>
            </a:fld>
            <a:endParaRPr lang="en-US"/>
          </a:p>
        </p:txBody>
      </p:sp>
    </p:spTree>
    <p:extLst>
      <p:ext uri="{BB962C8B-B14F-4D97-AF65-F5344CB8AC3E}">
        <p14:creationId xmlns:p14="http://schemas.microsoft.com/office/powerpoint/2010/main" val="1941150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CCB7A-D009-322C-FFFF-C821BDF43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4A73B-57E4-E931-F77C-0A0D2A73C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0AEDB-F659-7E91-6C81-C21BD0E8283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659F43C-D623-10DC-1F85-ABB61576500C}"/>
              </a:ext>
            </a:extLst>
          </p:cNvPr>
          <p:cNvSpPr>
            <a:spLocks noGrp="1"/>
          </p:cNvSpPr>
          <p:nvPr>
            <p:ph type="sldNum" sz="quarter" idx="5"/>
          </p:nvPr>
        </p:nvSpPr>
        <p:spPr/>
        <p:txBody>
          <a:bodyPr/>
          <a:lstStyle/>
          <a:p>
            <a:fld id="{8C7CE8B7-EFF8-BC46-A825-CBAC02C3B268}" type="slidenum">
              <a:rPr lang="en-US" smtClean="0"/>
              <a:t>63</a:t>
            </a:fld>
            <a:endParaRPr lang="en-US"/>
          </a:p>
        </p:txBody>
      </p:sp>
    </p:spTree>
    <p:extLst>
      <p:ext uri="{BB962C8B-B14F-4D97-AF65-F5344CB8AC3E}">
        <p14:creationId xmlns:p14="http://schemas.microsoft.com/office/powerpoint/2010/main" val="120451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B7561-F40B-7060-535B-C8563285D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60F3D-BE60-415C-9D7D-23E22CAC4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16D96-34F5-75D2-0CBF-721212628A1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691E158-8918-4592-CD4E-2104DCA2D8B6}"/>
              </a:ext>
            </a:extLst>
          </p:cNvPr>
          <p:cNvSpPr>
            <a:spLocks noGrp="1"/>
          </p:cNvSpPr>
          <p:nvPr>
            <p:ph type="sldNum" sz="quarter" idx="5"/>
          </p:nvPr>
        </p:nvSpPr>
        <p:spPr/>
        <p:txBody>
          <a:bodyPr/>
          <a:lstStyle/>
          <a:p>
            <a:fld id="{8C7CE8B7-EFF8-BC46-A825-CBAC02C3B268}" type="slidenum">
              <a:rPr lang="en-US" smtClean="0"/>
              <a:t>64</a:t>
            </a:fld>
            <a:endParaRPr lang="en-US"/>
          </a:p>
        </p:txBody>
      </p:sp>
    </p:spTree>
    <p:extLst>
      <p:ext uri="{BB962C8B-B14F-4D97-AF65-F5344CB8AC3E}">
        <p14:creationId xmlns:p14="http://schemas.microsoft.com/office/powerpoint/2010/main" val="3762659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871F6-6D38-D064-D2F4-0180054E2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B33C-9250-CA74-FCF3-E1A67B17E0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53214-1189-CD06-2E9E-0B337EBBE5B5}"/>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62148E2-48FE-A117-9BD7-138B711EDB2C}"/>
              </a:ext>
            </a:extLst>
          </p:cNvPr>
          <p:cNvSpPr>
            <a:spLocks noGrp="1"/>
          </p:cNvSpPr>
          <p:nvPr>
            <p:ph type="sldNum" sz="quarter" idx="5"/>
          </p:nvPr>
        </p:nvSpPr>
        <p:spPr/>
        <p:txBody>
          <a:bodyPr/>
          <a:lstStyle/>
          <a:p>
            <a:fld id="{8C7CE8B7-EFF8-BC46-A825-CBAC02C3B268}" type="slidenum">
              <a:rPr lang="en-US" smtClean="0"/>
              <a:t>65</a:t>
            </a:fld>
            <a:endParaRPr lang="en-US"/>
          </a:p>
        </p:txBody>
      </p:sp>
    </p:spTree>
    <p:extLst>
      <p:ext uri="{BB962C8B-B14F-4D97-AF65-F5344CB8AC3E}">
        <p14:creationId xmlns:p14="http://schemas.microsoft.com/office/powerpoint/2010/main" val="2362194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6EB4-7CCA-2675-9B84-A63C652F9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A396C-C667-416B-5C72-68CBC621B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FA566-F2C3-8A80-ABF5-529DF586F18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5350EAE5-AF26-C342-7424-4FC83882620C}"/>
              </a:ext>
            </a:extLst>
          </p:cNvPr>
          <p:cNvSpPr>
            <a:spLocks noGrp="1"/>
          </p:cNvSpPr>
          <p:nvPr>
            <p:ph type="sldNum" sz="quarter" idx="5"/>
          </p:nvPr>
        </p:nvSpPr>
        <p:spPr/>
        <p:txBody>
          <a:bodyPr/>
          <a:lstStyle/>
          <a:p>
            <a:fld id="{8C7CE8B7-EFF8-BC46-A825-CBAC02C3B268}" type="slidenum">
              <a:rPr lang="en-US" smtClean="0"/>
              <a:t>67</a:t>
            </a:fld>
            <a:endParaRPr lang="en-US"/>
          </a:p>
        </p:txBody>
      </p:sp>
    </p:spTree>
    <p:extLst>
      <p:ext uri="{BB962C8B-B14F-4D97-AF65-F5344CB8AC3E}">
        <p14:creationId xmlns:p14="http://schemas.microsoft.com/office/powerpoint/2010/main" val="1739848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D7935-9D88-8A90-4BFB-8D2C7DDBD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FA4D7-471A-7D0E-A8B1-AB6727CB5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90637-2058-0D66-80C6-568547FFE40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8AB8DE02-9360-0A7E-8402-5ED68DFE1835}"/>
              </a:ext>
            </a:extLst>
          </p:cNvPr>
          <p:cNvSpPr>
            <a:spLocks noGrp="1"/>
          </p:cNvSpPr>
          <p:nvPr>
            <p:ph type="sldNum" sz="quarter" idx="5"/>
          </p:nvPr>
        </p:nvSpPr>
        <p:spPr/>
        <p:txBody>
          <a:bodyPr/>
          <a:lstStyle/>
          <a:p>
            <a:fld id="{8C7CE8B7-EFF8-BC46-A825-CBAC02C3B268}" type="slidenum">
              <a:rPr lang="en-US" smtClean="0"/>
              <a:t>68</a:t>
            </a:fld>
            <a:endParaRPr lang="en-US"/>
          </a:p>
        </p:txBody>
      </p:sp>
    </p:spTree>
    <p:extLst>
      <p:ext uri="{BB962C8B-B14F-4D97-AF65-F5344CB8AC3E}">
        <p14:creationId xmlns:p14="http://schemas.microsoft.com/office/powerpoint/2010/main" val="2959978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A346-E4D5-9834-C226-8561BD505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851E5-6F76-CF29-7F38-7AF7BB681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1F92F-89B7-870F-D8A2-56DAD764773F}"/>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A6B0143-CA1F-ADBF-ED53-3E0AE8B96752}"/>
              </a:ext>
            </a:extLst>
          </p:cNvPr>
          <p:cNvSpPr>
            <a:spLocks noGrp="1"/>
          </p:cNvSpPr>
          <p:nvPr>
            <p:ph type="sldNum" sz="quarter" idx="5"/>
          </p:nvPr>
        </p:nvSpPr>
        <p:spPr/>
        <p:txBody>
          <a:bodyPr/>
          <a:lstStyle/>
          <a:p>
            <a:fld id="{8C7CE8B7-EFF8-BC46-A825-CBAC02C3B268}" type="slidenum">
              <a:rPr lang="en-US" smtClean="0"/>
              <a:t>69</a:t>
            </a:fld>
            <a:endParaRPr lang="en-US"/>
          </a:p>
        </p:txBody>
      </p:sp>
    </p:spTree>
    <p:extLst>
      <p:ext uri="{BB962C8B-B14F-4D97-AF65-F5344CB8AC3E}">
        <p14:creationId xmlns:p14="http://schemas.microsoft.com/office/powerpoint/2010/main" val="4059730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5CD5D-8272-7659-988E-57914FA41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797D1-F74A-434E-77A6-2A36C348D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228A9-8B95-8A2E-A681-43FC930D2F76}"/>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563E3FD-A5BC-D82E-C3E1-D5FFF4BC4897}"/>
              </a:ext>
            </a:extLst>
          </p:cNvPr>
          <p:cNvSpPr>
            <a:spLocks noGrp="1"/>
          </p:cNvSpPr>
          <p:nvPr>
            <p:ph type="sldNum" sz="quarter" idx="5"/>
          </p:nvPr>
        </p:nvSpPr>
        <p:spPr/>
        <p:txBody>
          <a:bodyPr/>
          <a:lstStyle/>
          <a:p>
            <a:fld id="{8C7CE8B7-EFF8-BC46-A825-CBAC02C3B268}" type="slidenum">
              <a:rPr lang="en-US" smtClean="0"/>
              <a:t>70</a:t>
            </a:fld>
            <a:endParaRPr lang="en-US"/>
          </a:p>
        </p:txBody>
      </p:sp>
    </p:spTree>
    <p:extLst>
      <p:ext uri="{BB962C8B-B14F-4D97-AF65-F5344CB8AC3E}">
        <p14:creationId xmlns:p14="http://schemas.microsoft.com/office/powerpoint/2010/main" val="1294202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A167-721B-C68B-6917-FD90CB784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E62560-9064-76E5-D902-15EF11F9A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04ABB-6B09-FAF8-A5BC-F2170EB9482A}"/>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C2FC91D-EEEF-7C02-8D50-8C538FF7A9CF}"/>
              </a:ext>
            </a:extLst>
          </p:cNvPr>
          <p:cNvSpPr>
            <a:spLocks noGrp="1"/>
          </p:cNvSpPr>
          <p:nvPr>
            <p:ph type="sldNum" sz="quarter" idx="5"/>
          </p:nvPr>
        </p:nvSpPr>
        <p:spPr/>
        <p:txBody>
          <a:bodyPr/>
          <a:lstStyle/>
          <a:p>
            <a:fld id="{8C7CE8B7-EFF8-BC46-A825-CBAC02C3B268}" type="slidenum">
              <a:rPr lang="en-US" smtClean="0"/>
              <a:t>71</a:t>
            </a:fld>
            <a:endParaRPr lang="en-US"/>
          </a:p>
        </p:txBody>
      </p:sp>
    </p:spTree>
    <p:extLst>
      <p:ext uri="{BB962C8B-B14F-4D97-AF65-F5344CB8AC3E}">
        <p14:creationId xmlns:p14="http://schemas.microsoft.com/office/powerpoint/2010/main" val="2138837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0DABC-A808-4F63-72BF-7F1FDA191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FF949-2B57-B932-8B95-108F022F6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8B829-D7C4-EC5B-BCA1-CFD3F376738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0D725743-9BE3-09D2-BB27-D3326094A8A4}"/>
              </a:ext>
            </a:extLst>
          </p:cNvPr>
          <p:cNvSpPr>
            <a:spLocks noGrp="1"/>
          </p:cNvSpPr>
          <p:nvPr>
            <p:ph type="sldNum" sz="quarter" idx="5"/>
          </p:nvPr>
        </p:nvSpPr>
        <p:spPr/>
        <p:txBody>
          <a:bodyPr/>
          <a:lstStyle/>
          <a:p>
            <a:fld id="{8C7CE8B7-EFF8-BC46-A825-CBAC02C3B268}" type="slidenum">
              <a:rPr lang="en-US" smtClean="0"/>
              <a:t>72</a:t>
            </a:fld>
            <a:endParaRPr lang="en-US"/>
          </a:p>
        </p:txBody>
      </p:sp>
    </p:spTree>
    <p:extLst>
      <p:ext uri="{BB962C8B-B14F-4D97-AF65-F5344CB8AC3E}">
        <p14:creationId xmlns:p14="http://schemas.microsoft.com/office/powerpoint/2010/main" val="2640222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6BEA-D487-5391-9871-C7ABCB3D9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609594-08DD-3EFB-02A8-AA719BBCE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F6AFA-7348-78DC-1E0C-34FB0989C50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06CA7F06-0CCB-AE64-5D68-D70C38A6A709}"/>
              </a:ext>
            </a:extLst>
          </p:cNvPr>
          <p:cNvSpPr>
            <a:spLocks noGrp="1"/>
          </p:cNvSpPr>
          <p:nvPr>
            <p:ph type="sldNum" sz="quarter" idx="5"/>
          </p:nvPr>
        </p:nvSpPr>
        <p:spPr/>
        <p:txBody>
          <a:bodyPr/>
          <a:lstStyle/>
          <a:p>
            <a:fld id="{8C7CE8B7-EFF8-BC46-A825-CBAC02C3B268}" type="slidenum">
              <a:rPr lang="en-US" smtClean="0"/>
              <a:t>73</a:t>
            </a:fld>
            <a:endParaRPr lang="en-US"/>
          </a:p>
        </p:txBody>
      </p:sp>
    </p:spTree>
    <p:extLst>
      <p:ext uri="{BB962C8B-B14F-4D97-AF65-F5344CB8AC3E}">
        <p14:creationId xmlns:p14="http://schemas.microsoft.com/office/powerpoint/2010/main" val="301943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CBF3-9790-23FC-26E6-4A69D73DB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56059-9C1A-A7F5-4ED8-07B18444A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D0E758-96EF-ADBA-79D1-C9AFB5B15F58}"/>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5B187040-0E22-C14E-A51D-11ADCE4A4D5F}"/>
              </a:ext>
            </a:extLst>
          </p:cNvPr>
          <p:cNvSpPr>
            <a:spLocks noGrp="1"/>
          </p:cNvSpPr>
          <p:nvPr>
            <p:ph type="sldNum" sz="quarter" idx="5"/>
          </p:nvPr>
        </p:nvSpPr>
        <p:spPr/>
        <p:txBody>
          <a:bodyPr/>
          <a:lstStyle/>
          <a:p>
            <a:fld id="{8C7CE8B7-EFF8-BC46-A825-CBAC02C3B268}" type="slidenum">
              <a:rPr lang="en-US" smtClean="0"/>
              <a:t>74</a:t>
            </a:fld>
            <a:endParaRPr lang="en-US"/>
          </a:p>
        </p:txBody>
      </p:sp>
    </p:spTree>
    <p:extLst>
      <p:ext uri="{BB962C8B-B14F-4D97-AF65-F5344CB8AC3E}">
        <p14:creationId xmlns:p14="http://schemas.microsoft.com/office/powerpoint/2010/main" val="1133754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C0F3-92E4-3DB5-75E2-C6639AE9A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A3E4A-E7FC-F265-CF84-0AC87297D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B8C4D-68AF-0772-C522-E4AB392DDB5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F13B9C7B-EA70-C046-21F8-E57829E1ED1C}"/>
              </a:ext>
            </a:extLst>
          </p:cNvPr>
          <p:cNvSpPr>
            <a:spLocks noGrp="1"/>
          </p:cNvSpPr>
          <p:nvPr>
            <p:ph type="sldNum" sz="quarter" idx="5"/>
          </p:nvPr>
        </p:nvSpPr>
        <p:spPr/>
        <p:txBody>
          <a:bodyPr/>
          <a:lstStyle/>
          <a:p>
            <a:fld id="{8C7CE8B7-EFF8-BC46-A825-CBAC02C3B268}" type="slidenum">
              <a:rPr lang="en-US" smtClean="0"/>
              <a:t>75</a:t>
            </a:fld>
            <a:endParaRPr lang="en-US"/>
          </a:p>
        </p:txBody>
      </p:sp>
    </p:spTree>
    <p:extLst>
      <p:ext uri="{BB962C8B-B14F-4D97-AF65-F5344CB8AC3E}">
        <p14:creationId xmlns:p14="http://schemas.microsoft.com/office/powerpoint/2010/main" val="62507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00BE2-D070-7982-424B-45ACAF0E5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093FC-3C3C-5A29-7B4F-B97A8515E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3634E-F278-307A-C240-528648F00B2F}"/>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FBDA7354-C190-A5F0-73FD-2439684C66D6}"/>
              </a:ext>
            </a:extLst>
          </p:cNvPr>
          <p:cNvSpPr>
            <a:spLocks noGrp="1"/>
          </p:cNvSpPr>
          <p:nvPr>
            <p:ph type="sldNum" sz="quarter" idx="5"/>
          </p:nvPr>
        </p:nvSpPr>
        <p:spPr/>
        <p:txBody>
          <a:bodyPr/>
          <a:lstStyle/>
          <a:p>
            <a:fld id="{8C7CE8B7-EFF8-BC46-A825-CBAC02C3B268}" type="slidenum">
              <a:rPr lang="en-US" smtClean="0"/>
              <a:t>76</a:t>
            </a:fld>
            <a:endParaRPr lang="en-US"/>
          </a:p>
        </p:txBody>
      </p:sp>
    </p:spTree>
    <p:extLst>
      <p:ext uri="{BB962C8B-B14F-4D97-AF65-F5344CB8AC3E}">
        <p14:creationId xmlns:p14="http://schemas.microsoft.com/office/powerpoint/2010/main" val="32900853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6B56-66FC-EA9A-BEC5-84DBDADA8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1B97A-4756-BFAE-1567-EFD12969B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CE07F-0EF7-A596-F6DF-EF5383D9875C}"/>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943267A8-75CF-31BC-1F2F-D2EDEBCE9B7E}"/>
              </a:ext>
            </a:extLst>
          </p:cNvPr>
          <p:cNvSpPr>
            <a:spLocks noGrp="1"/>
          </p:cNvSpPr>
          <p:nvPr>
            <p:ph type="sldNum" sz="quarter" idx="5"/>
          </p:nvPr>
        </p:nvSpPr>
        <p:spPr/>
        <p:txBody>
          <a:bodyPr/>
          <a:lstStyle/>
          <a:p>
            <a:fld id="{8C7CE8B7-EFF8-BC46-A825-CBAC02C3B268}" type="slidenum">
              <a:rPr lang="en-US" smtClean="0"/>
              <a:t>77</a:t>
            </a:fld>
            <a:endParaRPr lang="en-US"/>
          </a:p>
        </p:txBody>
      </p:sp>
    </p:spTree>
    <p:extLst>
      <p:ext uri="{BB962C8B-B14F-4D97-AF65-F5344CB8AC3E}">
        <p14:creationId xmlns:p14="http://schemas.microsoft.com/office/powerpoint/2010/main" val="10265440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DDC02-D364-7A7E-D6CB-EF2D97DBA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F3E9-EC10-BB19-D612-BEAD627EC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70551-4E53-56E8-9657-88C27E40738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CC532BE-A999-EA4D-97C9-719DA3CB8645}"/>
              </a:ext>
            </a:extLst>
          </p:cNvPr>
          <p:cNvSpPr>
            <a:spLocks noGrp="1"/>
          </p:cNvSpPr>
          <p:nvPr>
            <p:ph type="sldNum" sz="quarter" idx="5"/>
          </p:nvPr>
        </p:nvSpPr>
        <p:spPr/>
        <p:txBody>
          <a:bodyPr/>
          <a:lstStyle/>
          <a:p>
            <a:fld id="{8C7CE8B7-EFF8-BC46-A825-CBAC02C3B268}" type="slidenum">
              <a:rPr lang="en-US" smtClean="0"/>
              <a:t>78</a:t>
            </a:fld>
            <a:endParaRPr lang="en-US"/>
          </a:p>
        </p:txBody>
      </p:sp>
    </p:spTree>
    <p:extLst>
      <p:ext uri="{BB962C8B-B14F-4D97-AF65-F5344CB8AC3E}">
        <p14:creationId xmlns:p14="http://schemas.microsoft.com/office/powerpoint/2010/main" val="20514599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2465D-B8CC-E4FC-EBDF-F75560AE8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209D0-F605-48B5-9716-762B30A84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F19C6-88A6-B43E-8B58-D3F82D1D38E6}"/>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47C1346F-C8D6-8932-3B9E-11C041494F43}"/>
              </a:ext>
            </a:extLst>
          </p:cNvPr>
          <p:cNvSpPr>
            <a:spLocks noGrp="1"/>
          </p:cNvSpPr>
          <p:nvPr>
            <p:ph type="sldNum" sz="quarter" idx="5"/>
          </p:nvPr>
        </p:nvSpPr>
        <p:spPr/>
        <p:txBody>
          <a:bodyPr/>
          <a:lstStyle/>
          <a:p>
            <a:fld id="{8C7CE8B7-EFF8-BC46-A825-CBAC02C3B268}" type="slidenum">
              <a:rPr lang="en-US" smtClean="0"/>
              <a:t>79</a:t>
            </a:fld>
            <a:endParaRPr lang="en-US"/>
          </a:p>
        </p:txBody>
      </p:sp>
    </p:spTree>
    <p:extLst>
      <p:ext uri="{BB962C8B-B14F-4D97-AF65-F5344CB8AC3E}">
        <p14:creationId xmlns:p14="http://schemas.microsoft.com/office/powerpoint/2010/main" val="14444657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54EE-94B2-3D72-C1DD-317A8DD1A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53C13-6051-B898-680C-6230CDF8B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0B670-1495-0FD9-30CF-764672A58FBA}"/>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CCB8288B-E377-D37F-60C2-215B4DA4F129}"/>
              </a:ext>
            </a:extLst>
          </p:cNvPr>
          <p:cNvSpPr>
            <a:spLocks noGrp="1"/>
          </p:cNvSpPr>
          <p:nvPr>
            <p:ph type="sldNum" sz="quarter" idx="5"/>
          </p:nvPr>
        </p:nvSpPr>
        <p:spPr/>
        <p:txBody>
          <a:bodyPr/>
          <a:lstStyle/>
          <a:p>
            <a:fld id="{8C7CE8B7-EFF8-BC46-A825-CBAC02C3B268}" type="slidenum">
              <a:rPr lang="en-US" smtClean="0"/>
              <a:t>80</a:t>
            </a:fld>
            <a:endParaRPr lang="en-US"/>
          </a:p>
        </p:txBody>
      </p:sp>
    </p:spTree>
    <p:extLst>
      <p:ext uri="{BB962C8B-B14F-4D97-AF65-F5344CB8AC3E}">
        <p14:creationId xmlns:p14="http://schemas.microsoft.com/office/powerpoint/2010/main" val="33468632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0BBF8-76B7-0DE8-7830-BB45F7857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7805F-5741-753B-9C7D-7CFC721E2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E33DE8-596F-9EB8-23B6-1E560247FC1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867A1E65-0D3D-AB91-4A9D-EFA00B17919D}"/>
              </a:ext>
            </a:extLst>
          </p:cNvPr>
          <p:cNvSpPr>
            <a:spLocks noGrp="1"/>
          </p:cNvSpPr>
          <p:nvPr>
            <p:ph type="sldNum" sz="quarter" idx="5"/>
          </p:nvPr>
        </p:nvSpPr>
        <p:spPr/>
        <p:txBody>
          <a:bodyPr/>
          <a:lstStyle/>
          <a:p>
            <a:fld id="{8C7CE8B7-EFF8-BC46-A825-CBAC02C3B268}" type="slidenum">
              <a:rPr lang="en-US" smtClean="0"/>
              <a:t>81</a:t>
            </a:fld>
            <a:endParaRPr lang="en-US"/>
          </a:p>
        </p:txBody>
      </p:sp>
    </p:spTree>
    <p:extLst>
      <p:ext uri="{BB962C8B-B14F-4D97-AF65-F5344CB8AC3E}">
        <p14:creationId xmlns:p14="http://schemas.microsoft.com/office/powerpoint/2010/main" val="12515167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15BE5-DAD7-3602-7173-D6854464D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811C7-10BC-E9A5-FE4A-1B62909EB5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DF062-EA6A-7A3F-2D1F-444CC9901A2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E97582B1-81E2-D0BE-6E1D-48E1537BB449}"/>
              </a:ext>
            </a:extLst>
          </p:cNvPr>
          <p:cNvSpPr>
            <a:spLocks noGrp="1"/>
          </p:cNvSpPr>
          <p:nvPr>
            <p:ph type="sldNum" sz="quarter" idx="5"/>
          </p:nvPr>
        </p:nvSpPr>
        <p:spPr/>
        <p:txBody>
          <a:bodyPr/>
          <a:lstStyle/>
          <a:p>
            <a:fld id="{8C7CE8B7-EFF8-BC46-A825-CBAC02C3B268}" type="slidenum">
              <a:rPr lang="en-US" smtClean="0"/>
              <a:t>82</a:t>
            </a:fld>
            <a:endParaRPr lang="en-US"/>
          </a:p>
        </p:txBody>
      </p:sp>
    </p:spTree>
    <p:extLst>
      <p:ext uri="{BB962C8B-B14F-4D97-AF65-F5344CB8AC3E}">
        <p14:creationId xmlns:p14="http://schemas.microsoft.com/office/powerpoint/2010/main" val="1616868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BF082-5C76-40CC-50D1-8245D1719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6ED90-F7F9-B3D8-02F1-97F608CCD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168A3-026F-0551-45A0-8042C35A9311}"/>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C0FD206-2C22-91FE-30E2-70A6A9371477}"/>
              </a:ext>
            </a:extLst>
          </p:cNvPr>
          <p:cNvSpPr>
            <a:spLocks noGrp="1"/>
          </p:cNvSpPr>
          <p:nvPr>
            <p:ph type="sldNum" sz="quarter" idx="5"/>
          </p:nvPr>
        </p:nvSpPr>
        <p:spPr/>
        <p:txBody>
          <a:bodyPr/>
          <a:lstStyle/>
          <a:p>
            <a:fld id="{8C7CE8B7-EFF8-BC46-A825-CBAC02C3B268}" type="slidenum">
              <a:rPr lang="en-US" smtClean="0"/>
              <a:t>83</a:t>
            </a:fld>
            <a:endParaRPr lang="en-US"/>
          </a:p>
        </p:txBody>
      </p:sp>
    </p:spTree>
    <p:extLst>
      <p:ext uri="{BB962C8B-B14F-4D97-AF65-F5344CB8AC3E}">
        <p14:creationId xmlns:p14="http://schemas.microsoft.com/office/powerpoint/2010/main" val="876675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9DD46-CA63-5A90-6707-4F1215C1D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049D6-D031-AADA-F89D-5674F2BB5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DEA45-34E0-164A-B1B3-BEC2396B0DF8}"/>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9ECC74C-359B-C9DE-D626-D6748128C512}"/>
              </a:ext>
            </a:extLst>
          </p:cNvPr>
          <p:cNvSpPr>
            <a:spLocks noGrp="1"/>
          </p:cNvSpPr>
          <p:nvPr>
            <p:ph type="sldNum" sz="quarter" idx="5"/>
          </p:nvPr>
        </p:nvSpPr>
        <p:spPr/>
        <p:txBody>
          <a:bodyPr/>
          <a:lstStyle/>
          <a:p>
            <a:fld id="{8C7CE8B7-EFF8-BC46-A825-CBAC02C3B268}" type="slidenum">
              <a:rPr lang="en-US" smtClean="0"/>
              <a:t>84</a:t>
            </a:fld>
            <a:endParaRPr lang="en-US"/>
          </a:p>
        </p:txBody>
      </p:sp>
    </p:spTree>
    <p:extLst>
      <p:ext uri="{BB962C8B-B14F-4D97-AF65-F5344CB8AC3E}">
        <p14:creationId xmlns:p14="http://schemas.microsoft.com/office/powerpoint/2010/main" val="18310637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8ADA1-C55B-47B9-6EA8-FF50F6944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6381E-93B5-C987-A80A-632F435B1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6DA1A-B6B8-41DC-6117-7E82AFAC99AD}"/>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8942ABA5-3ADF-32AD-80C4-BE396EE84B91}"/>
              </a:ext>
            </a:extLst>
          </p:cNvPr>
          <p:cNvSpPr>
            <a:spLocks noGrp="1"/>
          </p:cNvSpPr>
          <p:nvPr>
            <p:ph type="sldNum" sz="quarter" idx="5"/>
          </p:nvPr>
        </p:nvSpPr>
        <p:spPr/>
        <p:txBody>
          <a:bodyPr/>
          <a:lstStyle/>
          <a:p>
            <a:fld id="{8C7CE8B7-EFF8-BC46-A825-CBAC02C3B268}" type="slidenum">
              <a:rPr lang="en-US" smtClean="0"/>
              <a:t>85</a:t>
            </a:fld>
            <a:endParaRPr lang="en-US"/>
          </a:p>
        </p:txBody>
      </p:sp>
    </p:spTree>
    <p:extLst>
      <p:ext uri="{BB962C8B-B14F-4D97-AF65-F5344CB8AC3E}">
        <p14:creationId xmlns:p14="http://schemas.microsoft.com/office/powerpoint/2010/main" val="7962626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21A6-78E8-2F31-D410-8E9412E2C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345B0-2BEA-C3DD-693A-BFE8FADE1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47177-E44C-7A80-B376-3E98B9121BC0}"/>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FBCA9E04-309E-1254-37B0-D84E3EE31FF8}"/>
              </a:ext>
            </a:extLst>
          </p:cNvPr>
          <p:cNvSpPr>
            <a:spLocks noGrp="1"/>
          </p:cNvSpPr>
          <p:nvPr>
            <p:ph type="sldNum" sz="quarter" idx="5"/>
          </p:nvPr>
        </p:nvSpPr>
        <p:spPr/>
        <p:txBody>
          <a:bodyPr/>
          <a:lstStyle/>
          <a:p>
            <a:fld id="{8C7CE8B7-EFF8-BC46-A825-CBAC02C3B268}" type="slidenum">
              <a:rPr lang="en-US" smtClean="0"/>
              <a:t>86</a:t>
            </a:fld>
            <a:endParaRPr lang="en-US"/>
          </a:p>
        </p:txBody>
      </p:sp>
    </p:spTree>
    <p:extLst>
      <p:ext uri="{BB962C8B-B14F-4D97-AF65-F5344CB8AC3E}">
        <p14:creationId xmlns:p14="http://schemas.microsoft.com/office/powerpoint/2010/main" val="13786356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B075-7084-2C3C-D2E4-4A26CA27E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1B055-4A4B-AF87-F3CA-186FF6E09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949EC-1ACC-4123-7184-42EE30B56F85}"/>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D48CB3C6-6814-DDD1-7C1B-B133F724C6D8}"/>
              </a:ext>
            </a:extLst>
          </p:cNvPr>
          <p:cNvSpPr>
            <a:spLocks noGrp="1"/>
          </p:cNvSpPr>
          <p:nvPr>
            <p:ph type="sldNum" sz="quarter" idx="5"/>
          </p:nvPr>
        </p:nvSpPr>
        <p:spPr/>
        <p:txBody>
          <a:bodyPr/>
          <a:lstStyle/>
          <a:p>
            <a:fld id="{8C7CE8B7-EFF8-BC46-A825-CBAC02C3B268}" type="slidenum">
              <a:rPr lang="en-US" smtClean="0"/>
              <a:t>98</a:t>
            </a:fld>
            <a:endParaRPr lang="en-US"/>
          </a:p>
        </p:txBody>
      </p:sp>
    </p:spTree>
    <p:extLst>
      <p:ext uri="{BB962C8B-B14F-4D97-AF65-F5344CB8AC3E}">
        <p14:creationId xmlns:p14="http://schemas.microsoft.com/office/powerpoint/2010/main" val="4010950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9952-C280-1D18-8A0F-1F4446982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F9961-0448-5082-8656-D0A5161DCA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272D3-8418-2C45-821F-5809BCC4819F}"/>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E282D13-F697-DEE0-1774-3A7AB01C7004}"/>
              </a:ext>
            </a:extLst>
          </p:cNvPr>
          <p:cNvSpPr>
            <a:spLocks noGrp="1"/>
          </p:cNvSpPr>
          <p:nvPr>
            <p:ph type="sldNum" sz="quarter" idx="5"/>
          </p:nvPr>
        </p:nvSpPr>
        <p:spPr/>
        <p:txBody>
          <a:bodyPr/>
          <a:lstStyle/>
          <a:p>
            <a:fld id="{8C7CE8B7-EFF8-BC46-A825-CBAC02C3B268}" type="slidenum">
              <a:rPr lang="en-US" smtClean="0"/>
              <a:t>99</a:t>
            </a:fld>
            <a:endParaRPr lang="en-US"/>
          </a:p>
        </p:txBody>
      </p:sp>
    </p:spTree>
    <p:extLst>
      <p:ext uri="{BB962C8B-B14F-4D97-AF65-F5344CB8AC3E}">
        <p14:creationId xmlns:p14="http://schemas.microsoft.com/office/powerpoint/2010/main" val="4663769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302AF-0EE9-4099-4D6E-800339889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4C79F-65CE-1182-B3AD-0F39E4047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49DD4-1152-4FA5-51D4-5BEE861D80C3}"/>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EFBA4F0-727E-BC28-60D0-FD275347A439}"/>
              </a:ext>
            </a:extLst>
          </p:cNvPr>
          <p:cNvSpPr>
            <a:spLocks noGrp="1"/>
          </p:cNvSpPr>
          <p:nvPr>
            <p:ph type="sldNum" sz="quarter" idx="5"/>
          </p:nvPr>
        </p:nvSpPr>
        <p:spPr/>
        <p:txBody>
          <a:bodyPr/>
          <a:lstStyle/>
          <a:p>
            <a:fld id="{8C7CE8B7-EFF8-BC46-A825-CBAC02C3B268}" type="slidenum">
              <a:rPr lang="en-US" smtClean="0"/>
              <a:t>102</a:t>
            </a:fld>
            <a:endParaRPr lang="en-US"/>
          </a:p>
        </p:txBody>
      </p:sp>
    </p:spTree>
    <p:extLst>
      <p:ext uri="{BB962C8B-B14F-4D97-AF65-F5344CB8AC3E}">
        <p14:creationId xmlns:p14="http://schemas.microsoft.com/office/powerpoint/2010/main" val="20646524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B936-1C67-3E74-88BC-B429F3605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FCA1F-6416-6002-15B9-406218FDA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00A55-7C5E-3D75-A211-D09813E860A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01A0F26-D312-B862-3AED-D6F516820825}"/>
              </a:ext>
            </a:extLst>
          </p:cNvPr>
          <p:cNvSpPr>
            <a:spLocks noGrp="1"/>
          </p:cNvSpPr>
          <p:nvPr>
            <p:ph type="sldNum" sz="quarter" idx="5"/>
          </p:nvPr>
        </p:nvSpPr>
        <p:spPr/>
        <p:txBody>
          <a:bodyPr/>
          <a:lstStyle/>
          <a:p>
            <a:fld id="{8C7CE8B7-EFF8-BC46-A825-CBAC02C3B268}" type="slidenum">
              <a:rPr lang="en-US" smtClean="0"/>
              <a:t>103</a:t>
            </a:fld>
            <a:endParaRPr lang="en-US"/>
          </a:p>
        </p:txBody>
      </p:sp>
    </p:spTree>
    <p:extLst>
      <p:ext uri="{BB962C8B-B14F-4D97-AF65-F5344CB8AC3E}">
        <p14:creationId xmlns:p14="http://schemas.microsoft.com/office/powerpoint/2010/main" val="11542625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C5790-A745-2BC8-437B-DDC00A510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D08A3-4311-EECD-CF52-BA26048A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D03BE-5A0E-F95E-72A0-6C06FD2196E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55F16BF-75BF-32A8-BE61-C4061B5EC12A}"/>
              </a:ext>
            </a:extLst>
          </p:cNvPr>
          <p:cNvSpPr>
            <a:spLocks noGrp="1"/>
          </p:cNvSpPr>
          <p:nvPr>
            <p:ph type="sldNum" sz="quarter" idx="5"/>
          </p:nvPr>
        </p:nvSpPr>
        <p:spPr/>
        <p:txBody>
          <a:bodyPr/>
          <a:lstStyle/>
          <a:p>
            <a:fld id="{8C7CE8B7-EFF8-BC46-A825-CBAC02C3B268}" type="slidenum">
              <a:rPr lang="en-US" smtClean="0"/>
              <a:t>104</a:t>
            </a:fld>
            <a:endParaRPr lang="en-US"/>
          </a:p>
        </p:txBody>
      </p:sp>
    </p:spTree>
    <p:extLst>
      <p:ext uri="{BB962C8B-B14F-4D97-AF65-F5344CB8AC3E}">
        <p14:creationId xmlns:p14="http://schemas.microsoft.com/office/powerpoint/2010/main" val="38161231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71408-0FAA-6FAF-7326-0488BD7AA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77CFA-3E53-D467-FF29-2376B4510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D0286-DBC8-992B-DC68-8E17053F85D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A99AFAD-3089-AC8C-B48B-EA5AC34C8EEB}"/>
              </a:ext>
            </a:extLst>
          </p:cNvPr>
          <p:cNvSpPr>
            <a:spLocks noGrp="1"/>
          </p:cNvSpPr>
          <p:nvPr>
            <p:ph type="sldNum" sz="quarter" idx="5"/>
          </p:nvPr>
        </p:nvSpPr>
        <p:spPr/>
        <p:txBody>
          <a:bodyPr/>
          <a:lstStyle/>
          <a:p>
            <a:fld id="{8C7CE8B7-EFF8-BC46-A825-CBAC02C3B268}" type="slidenum">
              <a:rPr lang="en-US" smtClean="0"/>
              <a:t>105</a:t>
            </a:fld>
            <a:endParaRPr lang="en-US"/>
          </a:p>
        </p:txBody>
      </p:sp>
    </p:spTree>
    <p:extLst>
      <p:ext uri="{BB962C8B-B14F-4D97-AF65-F5344CB8AC3E}">
        <p14:creationId xmlns:p14="http://schemas.microsoft.com/office/powerpoint/2010/main" val="18041849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8B6C-0950-D364-004E-C9FAC22F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763C3-BFD4-BCAC-A8FD-A64EDBAF7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C75AF-6274-34E2-B1AE-1D70D4D23730}"/>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D298C76F-4FD0-4483-5528-1EA9AE54BBD0}"/>
              </a:ext>
            </a:extLst>
          </p:cNvPr>
          <p:cNvSpPr>
            <a:spLocks noGrp="1"/>
          </p:cNvSpPr>
          <p:nvPr>
            <p:ph type="sldNum" sz="quarter" idx="5"/>
          </p:nvPr>
        </p:nvSpPr>
        <p:spPr/>
        <p:txBody>
          <a:bodyPr/>
          <a:lstStyle/>
          <a:p>
            <a:fld id="{8C7CE8B7-EFF8-BC46-A825-CBAC02C3B268}" type="slidenum">
              <a:rPr lang="en-US" smtClean="0"/>
              <a:t>106</a:t>
            </a:fld>
            <a:endParaRPr lang="en-US"/>
          </a:p>
        </p:txBody>
      </p:sp>
    </p:spTree>
    <p:extLst>
      <p:ext uri="{BB962C8B-B14F-4D97-AF65-F5344CB8AC3E}">
        <p14:creationId xmlns:p14="http://schemas.microsoft.com/office/powerpoint/2010/main" val="15518785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1E826-2AE9-CBE8-6EA1-3A4CE3989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22ABC-FDF3-7FD5-BB18-9665E88A5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F2B4F-0939-8D80-AB18-37B248A6F40B}"/>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07789F8-0F25-A38E-7538-EFA8AEED8EB3}"/>
              </a:ext>
            </a:extLst>
          </p:cNvPr>
          <p:cNvSpPr>
            <a:spLocks noGrp="1"/>
          </p:cNvSpPr>
          <p:nvPr>
            <p:ph type="sldNum" sz="quarter" idx="5"/>
          </p:nvPr>
        </p:nvSpPr>
        <p:spPr/>
        <p:txBody>
          <a:bodyPr/>
          <a:lstStyle/>
          <a:p>
            <a:fld id="{8C7CE8B7-EFF8-BC46-A825-CBAC02C3B268}" type="slidenum">
              <a:rPr lang="en-US" smtClean="0"/>
              <a:t>107</a:t>
            </a:fld>
            <a:endParaRPr lang="en-US"/>
          </a:p>
        </p:txBody>
      </p:sp>
    </p:spTree>
    <p:extLst>
      <p:ext uri="{BB962C8B-B14F-4D97-AF65-F5344CB8AC3E}">
        <p14:creationId xmlns:p14="http://schemas.microsoft.com/office/powerpoint/2010/main" val="15093939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FDFFC-0DD0-64DE-C417-031D97889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3CD00-1481-24AA-9FD6-95B42D159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1A4E4-E2DF-6C6D-3447-850EEB32261C}"/>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85848516-6FEB-F43D-53E6-6CF9262949D5}"/>
              </a:ext>
            </a:extLst>
          </p:cNvPr>
          <p:cNvSpPr>
            <a:spLocks noGrp="1"/>
          </p:cNvSpPr>
          <p:nvPr>
            <p:ph type="sldNum" sz="quarter" idx="5"/>
          </p:nvPr>
        </p:nvSpPr>
        <p:spPr/>
        <p:txBody>
          <a:bodyPr/>
          <a:lstStyle/>
          <a:p>
            <a:fld id="{8C7CE8B7-EFF8-BC46-A825-CBAC02C3B268}" type="slidenum">
              <a:rPr lang="en-US" smtClean="0"/>
              <a:t>108</a:t>
            </a:fld>
            <a:endParaRPr lang="en-US"/>
          </a:p>
        </p:txBody>
      </p:sp>
    </p:spTree>
    <p:extLst>
      <p:ext uri="{BB962C8B-B14F-4D97-AF65-F5344CB8AC3E}">
        <p14:creationId xmlns:p14="http://schemas.microsoft.com/office/powerpoint/2010/main" val="38773925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FE825-2E34-DC5D-0B65-053A8CBC5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14293-F828-2A18-403A-8EE730D8B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64068-4F09-DEFF-43E1-904464E797FC}"/>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E42490B3-A4DA-0EB3-3B18-547989323435}"/>
              </a:ext>
            </a:extLst>
          </p:cNvPr>
          <p:cNvSpPr>
            <a:spLocks noGrp="1"/>
          </p:cNvSpPr>
          <p:nvPr>
            <p:ph type="sldNum" sz="quarter" idx="5"/>
          </p:nvPr>
        </p:nvSpPr>
        <p:spPr/>
        <p:txBody>
          <a:bodyPr/>
          <a:lstStyle/>
          <a:p>
            <a:fld id="{8C7CE8B7-EFF8-BC46-A825-CBAC02C3B268}" type="slidenum">
              <a:rPr lang="en-US" smtClean="0"/>
              <a:t>109</a:t>
            </a:fld>
            <a:endParaRPr lang="en-US"/>
          </a:p>
        </p:txBody>
      </p:sp>
    </p:spTree>
    <p:extLst>
      <p:ext uri="{BB962C8B-B14F-4D97-AF65-F5344CB8AC3E}">
        <p14:creationId xmlns:p14="http://schemas.microsoft.com/office/powerpoint/2010/main" val="30707118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6EABB-91DA-3537-DB48-7874A99D7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51F12-67D4-9FE8-3E8B-41352C390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D55472-B730-BE6F-3BC9-349C6A8AA1F3}"/>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758DD54D-3554-1E5B-0E50-FB4DD6F3E200}"/>
              </a:ext>
            </a:extLst>
          </p:cNvPr>
          <p:cNvSpPr>
            <a:spLocks noGrp="1"/>
          </p:cNvSpPr>
          <p:nvPr>
            <p:ph type="sldNum" sz="quarter" idx="5"/>
          </p:nvPr>
        </p:nvSpPr>
        <p:spPr/>
        <p:txBody>
          <a:bodyPr/>
          <a:lstStyle/>
          <a:p>
            <a:fld id="{8C7CE8B7-EFF8-BC46-A825-CBAC02C3B268}" type="slidenum">
              <a:rPr lang="en-US" smtClean="0"/>
              <a:t>110</a:t>
            </a:fld>
            <a:endParaRPr lang="en-US"/>
          </a:p>
        </p:txBody>
      </p:sp>
    </p:spTree>
    <p:extLst>
      <p:ext uri="{BB962C8B-B14F-4D97-AF65-F5344CB8AC3E}">
        <p14:creationId xmlns:p14="http://schemas.microsoft.com/office/powerpoint/2010/main" val="38282899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AD1F-0001-012B-13EF-5B94F6BC6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50090-6BA8-6976-458E-0AA547C84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4376E-1C74-4BA5-CF05-54544AED972D}"/>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9838F03-F02A-B2CD-103B-4F9D93668190}"/>
              </a:ext>
            </a:extLst>
          </p:cNvPr>
          <p:cNvSpPr>
            <a:spLocks noGrp="1"/>
          </p:cNvSpPr>
          <p:nvPr>
            <p:ph type="sldNum" sz="quarter" idx="5"/>
          </p:nvPr>
        </p:nvSpPr>
        <p:spPr/>
        <p:txBody>
          <a:bodyPr/>
          <a:lstStyle/>
          <a:p>
            <a:fld id="{8C7CE8B7-EFF8-BC46-A825-CBAC02C3B268}" type="slidenum">
              <a:rPr lang="en-US" smtClean="0"/>
              <a:t>111</a:t>
            </a:fld>
            <a:endParaRPr lang="en-US"/>
          </a:p>
        </p:txBody>
      </p:sp>
    </p:spTree>
    <p:extLst>
      <p:ext uri="{BB962C8B-B14F-4D97-AF65-F5344CB8AC3E}">
        <p14:creationId xmlns:p14="http://schemas.microsoft.com/office/powerpoint/2010/main" val="35076606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2897-4B1F-F318-36CE-4B0209341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7DD3C-34BE-6399-0B57-BA8AFAD34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5F2A2-68E1-7D92-DDC4-F58C7C7DE563}"/>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B11E590E-C2FE-CD40-DF5B-48EF0F329690}"/>
              </a:ext>
            </a:extLst>
          </p:cNvPr>
          <p:cNvSpPr>
            <a:spLocks noGrp="1"/>
          </p:cNvSpPr>
          <p:nvPr>
            <p:ph type="sldNum" sz="quarter" idx="5"/>
          </p:nvPr>
        </p:nvSpPr>
        <p:spPr/>
        <p:txBody>
          <a:bodyPr/>
          <a:lstStyle/>
          <a:p>
            <a:fld id="{8C7CE8B7-EFF8-BC46-A825-CBAC02C3B268}" type="slidenum">
              <a:rPr lang="en-US" smtClean="0"/>
              <a:t>112</a:t>
            </a:fld>
            <a:endParaRPr lang="en-US"/>
          </a:p>
        </p:txBody>
      </p:sp>
    </p:spTree>
    <p:extLst>
      <p:ext uri="{BB962C8B-B14F-4D97-AF65-F5344CB8AC3E}">
        <p14:creationId xmlns:p14="http://schemas.microsoft.com/office/powerpoint/2010/main" val="28671977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3DB4D-51C0-C3BB-5546-9B31FCC66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A21D1-1A49-7396-7514-E2CB2E3C5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6E446-502D-18EA-EC37-8F83852EF65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F1B3FDD7-9215-0EC1-D2C3-AEB8A93858EE}"/>
              </a:ext>
            </a:extLst>
          </p:cNvPr>
          <p:cNvSpPr>
            <a:spLocks noGrp="1"/>
          </p:cNvSpPr>
          <p:nvPr>
            <p:ph type="sldNum" sz="quarter" idx="5"/>
          </p:nvPr>
        </p:nvSpPr>
        <p:spPr/>
        <p:txBody>
          <a:bodyPr/>
          <a:lstStyle/>
          <a:p>
            <a:fld id="{8C7CE8B7-EFF8-BC46-A825-CBAC02C3B268}" type="slidenum">
              <a:rPr lang="en-US" smtClean="0"/>
              <a:t>113</a:t>
            </a:fld>
            <a:endParaRPr lang="en-US"/>
          </a:p>
        </p:txBody>
      </p:sp>
    </p:spTree>
    <p:extLst>
      <p:ext uri="{BB962C8B-B14F-4D97-AF65-F5344CB8AC3E}">
        <p14:creationId xmlns:p14="http://schemas.microsoft.com/office/powerpoint/2010/main" val="2080625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B3936-B8D7-91DC-906A-3D535ACE1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A5F15-4232-0CAB-017F-250E0D3FB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E95E7-C3B4-0D4F-BE60-18D9745F78DF}"/>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879CA0E-AF3D-468F-06AA-2BC4A27F6429}"/>
              </a:ext>
            </a:extLst>
          </p:cNvPr>
          <p:cNvSpPr>
            <a:spLocks noGrp="1"/>
          </p:cNvSpPr>
          <p:nvPr>
            <p:ph type="sldNum" sz="quarter" idx="5"/>
          </p:nvPr>
        </p:nvSpPr>
        <p:spPr/>
        <p:txBody>
          <a:bodyPr/>
          <a:lstStyle/>
          <a:p>
            <a:fld id="{8C7CE8B7-EFF8-BC46-A825-CBAC02C3B268}" type="slidenum">
              <a:rPr lang="en-US" smtClean="0"/>
              <a:t>115</a:t>
            </a:fld>
            <a:endParaRPr lang="en-US"/>
          </a:p>
        </p:txBody>
      </p:sp>
    </p:spTree>
    <p:extLst>
      <p:ext uri="{BB962C8B-B14F-4D97-AF65-F5344CB8AC3E}">
        <p14:creationId xmlns:p14="http://schemas.microsoft.com/office/powerpoint/2010/main" val="28713794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B7A63-492D-65F4-76CA-00B51653A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089CE-B1CE-E172-DB54-D64E10BB9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775B6C-7909-0300-7875-C5971245C5D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DC91DAA4-B055-8E17-7E33-E496A8FF2AEE}"/>
              </a:ext>
            </a:extLst>
          </p:cNvPr>
          <p:cNvSpPr>
            <a:spLocks noGrp="1"/>
          </p:cNvSpPr>
          <p:nvPr>
            <p:ph type="sldNum" sz="quarter" idx="5"/>
          </p:nvPr>
        </p:nvSpPr>
        <p:spPr/>
        <p:txBody>
          <a:bodyPr/>
          <a:lstStyle/>
          <a:p>
            <a:fld id="{8C7CE8B7-EFF8-BC46-A825-CBAC02C3B268}" type="slidenum">
              <a:rPr lang="en-US" smtClean="0"/>
              <a:t>116</a:t>
            </a:fld>
            <a:endParaRPr lang="en-US"/>
          </a:p>
        </p:txBody>
      </p:sp>
    </p:spTree>
    <p:extLst>
      <p:ext uri="{BB962C8B-B14F-4D97-AF65-F5344CB8AC3E}">
        <p14:creationId xmlns:p14="http://schemas.microsoft.com/office/powerpoint/2010/main" val="214118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0A5EA-E65E-E486-D5F2-8CDB8530B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66E71-2019-1B34-C288-E641EA62E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938ED8-7C2F-4533-70A9-B4B4EBA73961}"/>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C86FFC5F-40AF-BA0A-2662-269C76E90B7E}"/>
              </a:ext>
            </a:extLst>
          </p:cNvPr>
          <p:cNvSpPr>
            <a:spLocks noGrp="1"/>
          </p:cNvSpPr>
          <p:nvPr>
            <p:ph type="sldNum" sz="quarter" idx="5"/>
          </p:nvPr>
        </p:nvSpPr>
        <p:spPr/>
        <p:txBody>
          <a:bodyPr/>
          <a:lstStyle/>
          <a:p>
            <a:fld id="{8C7CE8B7-EFF8-BC46-A825-CBAC02C3B268}" type="slidenum">
              <a:rPr lang="en-US" smtClean="0"/>
              <a:t>117</a:t>
            </a:fld>
            <a:endParaRPr lang="en-US"/>
          </a:p>
        </p:txBody>
      </p:sp>
    </p:spTree>
    <p:extLst>
      <p:ext uri="{BB962C8B-B14F-4D97-AF65-F5344CB8AC3E}">
        <p14:creationId xmlns:p14="http://schemas.microsoft.com/office/powerpoint/2010/main" val="35343968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3955B-B009-9F42-4C88-02A643822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0413D-AB0F-318C-66B7-CD0A158A7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C57C3-55E7-DDF8-8EB6-DE29D1D8497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8C7791E-5F28-0F18-9DB4-201DD42BF577}"/>
              </a:ext>
            </a:extLst>
          </p:cNvPr>
          <p:cNvSpPr>
            <a:spLocks noGrp="1"/>
          </p:cNvSpPr>
          <p:nvPr>
            <p:ph type="sldNum" sz="quarter" idx="5"/>
          </p:nvPr>
        </p:nvSpPr>
        <p:spPr/>
        <p:txBody>
          <a:bodyPr/>
          <a:lstStyle/>
          <a:p>
            <a:fld id="{8C7CE8B7-EFF8-BC46-A825-CBAC02C3B268}" type="slidenum">
              <a:rPr lang="en-US" smtClean="0"/>
              <a:t>118</a:t>
            </a:fld>
            <a:endParaRPr lang="en-US"/>
          </a:p>
        </p:txBody>
      </p:sp>
    </p:spTree>
    <p:extLst>
      <p:ext uri="{BB962C8B-B14F-4D97-AF65-F5344CB8AC3E}">
        <p14:creationId xmlns:p14="http://schemas.microsoft.com/office/powerpoint/2010/main" val="37543497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9E496-03B0-DED4-2DF2-1F4A2CAB0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1192C-3107-2F25-574C-B38E237656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CBFC4-5658-AEAB-94DA-BD0797E58FD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2AB7B853-BD8B-3AEB-B292-DDB71187F250}"/>
              </a:ext>
            </a:extLst>
          </p:cNvPr>
          <p:cNvSpPr>
            <a:spLocks noGrp="1"/>
          </p:cNvSpPr>
          <p:nvPr>
            <p:ph type="sldNum" sz="quarter" idx="5"/>
          </p:nvPr>
        </p:nvSpPr>
        <p:spPr/>
        <p:txBody>
          <a:bodyPr/>
          <a:lstStyle/>
          <a:p>
            <a:fld id="{8C7CE8B7-EFF8-BC46-A825-CBAC02C3B268}" type="slidenum">
              <a:rPr lang="en-US" smtClean="0"/>
              <a:t>119</a:t>
            </a:fld>
            <a:endParaRPr lang="en-US"/>
          </a:p>
        </p:txBody>
      </p:sp>
    </p:spTree>
    <p:extLst>
      <p:ext uri="{BB962C8B-B14F-4D97-AF65-F5344CB8AC3E}">
        <p14:creationId xmlns:p14="http://schemas.microsoft.com/office/powerpoint/2010/main" val="13531379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6710-B595-B024-86E6-91CE63B2C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49C5C-BC6B-1144-2B6C-5FAE3D212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FAE96-8996-4319-6247-0DEB91F1FBA6}"/>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86536001-2B36-FF23-08FA-476F394C44DB}"/>
              </a:ext>
            </a:extLst>
          </p:cNvPr>
          <p:cNvSpPr>
            <a:spLocks noGrp="1"/>
          </p:cNvSpPr>
          <p:nvPr>
            <p:ph type="sldNum" sz="quarter" idx="5"/>
          </p:nvPr>
        </p:nvSpPr>
        <p:spPr/>
        <p:txBody>
          <a:bodyPr/>
          <a:lstStyle/>
          <a:p>
            <a:fld id="{8C7CE8B7-EFF8-BC46-A825-CBAC02C3B268}" type="slidenum">
              <a:rPr lang="en-US" smtClean="0"/>
              <a:t>120</a:t>
            </a:fld>
            <a:endParaRPr lang="en-US"/>
          </a:p>
        </p:txBody>
      </p:sp>
    </p:spTree>
    <p:extLst>
      <p:ext uri="{BB962C8B-B14F-4D97-AF65-F5344CB8AC3E}">
        <p14:creationId xmlns:p14="http://schemas.microsoft.com/office/powerpoint/2010/main" val="33360479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20D4F-30BC-8F32-9364-8BDD88214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4110D-D85B-73EC-A1F2-C5B93015D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D911D-B8B6-7F1C-1F80-365AF9CBF021}"/>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DD627A18-4E29-7C40-9626-4CE4C269A4DD}"/>
              </a:ext>
            </a:extLst>
          </p:cNvPr>
          <p:cNvSpPr>
            <a:spLocks noGrp="1"/>
          </p:cNvSpPr>
          <p:nvPr>
            <p:ph type="sldNum" sz="quarter" idx="5"/>
          </p:nvPr>
        </p:nvSpPr>
        <p:spPr/>
        <p:txBody>
          <a:bodyPr/>
          <a:lstStyle/>
          <a:p>
            <a:fld id="{8C7CE8B7-EFF8-BC46-A825-CBAC02C3B268}" type="slidenum">
              <a:rPr lang="en-US" smtClean="0"/>
              <a:t>121</a:t>
            </a:fld>
            <a:endParaRPr lang="en-US"/>
          </a:p>
        </p:txBody>
      </p:sp>
    </p:spTree>
    <p:extLst>
      <p:ext uri="{BB962C8B-B14F-4D97-AF65-F5344CB8AC3E}">
        <p14:creationId xmlns:p14="http://schemas.microsoft.com/office/powerpoint/2010/main" val="24919087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3D9B-7209-F195-2B09-F0750956A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34696-785C-E6C4-A96B-A5F39C0D2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8155A-48C4-2E1E-1DC3-223995E0D57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55F317E0-B400-D19B-9111-924B8B42885A}"/>
              </a:ext>
            </a:extLst>
          </p:cNvPr>
          <p:cNvSpPr>
            <a:spLocks noGrp="1"/>
          </p:cNvSpPr>
          <p:nvPr>
            <p:ph type="sldNum" sz="quarter" idx="5"/>
          </p:nvPr>
        </p:nvSpPr>
        <p:spPr/>
        <p:txBody>
          <a:bodyPr/>
          <a:lstStyle/>
          <a:p>
            <a:fld id="{8C7CE8B7-EFF8-BC46-A825-CBAC02C3B268}" type="slidenum">
              <a:rPr lang="en-US" smtClean="0"/>
              <a:t>122</a:t>
            </a:fld>
            <a:endParaRPr lang="en-US"/>
          </a:p>
        </p:txBody>
      </p:sp>
    </p:spTree>
    <p:extLst>
      <p:ext uri="{BB962C8B-B14F-4D97-AF65-F5344CB8AC3E}">
        <p14:creationId xmlns:p14="http://schemas.microsoft.com/office/powerpoint/2010/main" val="28731841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1F364-5473-B268-4080-052AD160E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15CAA-B537-08E5-7E4F-F9A0AADF5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39237-33E8-23B7-FFD6-2DAB4635378F}"/>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5607C15-3AD0-5745-7617-D244A5AF906E}"/>
              </a:ext>
            </a:extLst>
          </p:cNvPr>
          <p:cNvSpPr>
            <a:spLocks noGrp="1"/>
          </p:cNvSpPr>
          <p:nvPr>
            <p:ph type="sldNum" sz="quarter" idx="5"/>
          </p:nvPr>
        </p:nvSpPr>
        <p:spPr/>
        <p:txBody>
          <a:bodyPr/>
          <a:lstStyle/>
          <a:p>
            <a:fld id="{8C7CE8B7-EFF8-BC46-A825-CBAC02C3B268}" type="slidenum">
              <a:rPr lang="en-US" smtClean="0"/>
              <a:t>123</a:t>
            </a:fld>
            <a:endParaRPr lang="en-US"/>
          </a:p>
        </p:txBody>
      </p:sp>
    </p:spTree>
    <p:extLst>
      <p:ext uri="{BB962C8B-B14F-4D97-AF65-F5344CB8AC3E}">
        <p14:creationId xmlns:p14="http://schemas.microsoft.com/office/powerpoint/2010/main" val="27946050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6B8FC-F5BA-3EF7-886B-C5CBAA42E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708CF-3B3D-A314-B573-8C85D76F01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A24E5-E6DD-A7D4-5E4D-DCEC753DEC81}"/>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42C4566C-E6A0-5B3D-9BF1-CBCC53A535AB}"/>
              </a:ext>
            </a:extLst>
          </p:cNvPr>
          <p:cNvSpPr>
            <a:spLocks noGrp="1"/>
          </p:cNvSpPr>
          <p:nvPr>
            <p:ph type="sldNum" sz="quarter" idx="5"/>
          </p:nvPr>
        </p:nvSpPr>
        <p:spPr/>
        <p:txBody>
          <a:bodyPr/>
          <a:lstStyle/>
          <a:p>
            <a:fld id="{8C7CE8B7-EFF8-BC46-A825-CBAC02C3B268}" type="slidenum">
              <a:rPr lang="en-US" smtClean="0"/>
              <a:t>124</a:t>
            </a:fld>
            <a:endParaRPr lang="en-US"/>
          </a:p>
        </p:txBody>
      </p:sp>
    </p:spTree>
    <p:extLst>
      <p:ext uri="{BB962C8B-B14F-4D97-AF65-F5344CB8AC3E}">
        <p14:creationId xmlns:p14="http://schemas.microsoft.com/office/powerpoint/2010/main" val="20730819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29232-3162-C04D-D0D5-DC12F3836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086A6-AD1F-EE4F-586C-7D1B67CA5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7B7BA-998D-9177-105B-5F5F9051FADF}"/>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F77E2C14-6324-95E8-C21B-929C0D3FADF5}"/>
              </a:ext>
            </a:extLst>
          </p:cNvPr>
          <p:cNvSpPr>
            <a:spLocks noGrp="1"/>
          </p:cNvSpPr>
          <p:nvPr>
            <p:ph type="sldNum" sz="quarter" idx="5"/>
          </p:nvPr>
        </p:nvSpPr>
        <p:spPr/>
        <p:txBody>
          <a:bodyPr/>
          <a:lstStyle/>
          <a:p>
            <a:fld id="{8C7CE8B7-EFF8-BC46-A825-CBAC02C3B268}" type="slidenum">
              <a:rPr lang="en-US" smtClean="0"/>
              <a:t>125</a:t>
            </a:fld>
            <a:endParaRPr lang="en-US"/>
          </a:p>
        </p:txBody>
      </p:sp>
    </p:spTree>
    <p:extLst>
      <p:ext uri="{BB962C8B-B14F-4D97-AF65-F5344CB8AC3E}">
        <p14:creationId xmlns:p14="http://schemas.microsoft.com/office/powerpoint/2010/main" val="127578727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D3CB5-73E8-C6BB-F8BF-2692011F9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E4222-19A3-E3AE-EFFF-836787486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946CD-F3AA-E05E-479E-2D29A4B0DFC6}"/>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E31233C-857F-B64C-B48E-26268C5B0267}"/>
              </a:ext>
            </a:extLst>
          </p:cNvPr>
          <p:cNvSpPr>
            <a:spLocks noGrp="1"/>
          </p:cNvSpPr>
          <p:nvPr>
            <p:ph type="sldNum" sz="quarter" idx="5"/>
          </p:nvPr>
        </p:nvSpPr>
        <p:spPr/>
        <p:txBody>
          <a:bodyPr/>
          <a:lstStyle/>
          <a:p>
            <a:fld id="{8C7CE8B7-EFF8-BC46-A825-CBAC02C3B268}" type="slidenum">
              <a:rPr lang="en-US" smtClean="0"/>
              <a:t>126</a:t>
            </a:fld>
            <a:endParaRPr lang="en-US"/>
          </a:p>
        </p:txBody>
      </p:sp>
    </p:spTree>
    <p:extLst>
      <p:ext uri="{BB962C8B-B14F-4D97-AF65-F5344CB8AC3E}">
        <p14:creationId xmlns:p14="http://schemas.microsoft.com/office/powerpoint/2010/main" val="296264727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10FE-5C71-4712-2819-248E8E4C5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C3309-FAD2-755D-E6A6-C9C07E6CA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8AAAF-8E3D-CE41-41BC-BE3DBD7D50A9}"/>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499757D1-31D6-160F-DB2E-9F77E39E69CF}"/>
              </a:ext>
            </a:extLst>
          </p:cNvPr>
          <p:cNvSpPr>
            <a:spLocks noGrp="1"/>
          </p:cNvSpPr>
          <p:nvPr>
            <p:ph type="sldNum" sz="quarter" idx="5"/>
          </p:nvPr>
        </p:nvSpPr>
        <p:spPr/>
        <p:txBody>
          <a:bodyPr/>
          <a:lstStyle/>
          <a:p>
            <a:fld id="{8C7CE8B7-EFF8-BC46-A825-CBAC02C3B268}" type="slidenum">
              <a:rPr lang="en-US" smtClean="0"/>
              <a:t>127</a:t>
            </a:fld>
            <a:endParaRPr lang="en-US"/>
          </a:p>
        </p:txBody>
      </p:sp>
    </p:spTree>
    <p:extLst>
      <p:ext uri="{BB962C8B-B14F-4D97-AF65-F5344CB8AC3E}">
        <p14:creationId xmlns:p14="http://schemas.microsoft.com/office/powerpoint/2010/main" val="295361338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D419-F8EB-721D-BBEA-3E51445A8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28737-777D-6A81-5A56-DFACE5B7C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2782A-CD95-58C1-933C-85A7127BB63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0A0C40E8-36DA-6AFD-8EB4-8CC5EC03C2B8}"/>
              </a:ext>
            </a:extLst>
          </p:cNvPr>
          <p:cNvSpPr>
            <a:spLocks noGrp="1"/>
          </p:cNvSpPr>
          <p:nvPr>
            <p:ph type="sldNum" sz="quarter" idx="5"/>
          </p:nvPr>
        </p:nvSpPr>
        <p:spPr/>
        <p:txBody>
          <a:bodyPr/>
          <a:lstStyle/>
          <a:p>
            <a:fld id="{8C7CE8B7-EFF8-BC46-A825-CBAC02C3B268}" type="slidenum">
              <a:rPr lang="en-US" smtClean="0"/>
              <a:t>128</a:t>
            </a:fld>
            <a:endParaRPr lang="en-US"/>
          </a:p>
        </p:txBody>
      </p:sp>
    </p:spTree>
    <p:extLst>
      <p:ext uri="{BB962C8B-B14F-4D97-AF65-F5344CB8AC3E}">
        <p14:creationId xmlns:p14="http://schemas.microsoft.com/office/powerpoint/2010/main" val="16646497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F4F47-4D7C-1A5F-71C3-DFC9BF7D9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678B1-88BC-DBD6-408A-35651C6D6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D8BCF-CAA6-854C-CACE-5511D767FA3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4527FDC0-1F55-624D-BC64-8BF15486D83C}"/>
              </a:ext>
            </a:extLst>
          </p:cNvPr>
          <p:cNvSpPr>
            <a:spLocks noGrp="1"/>
          </p:cNvSpPr>
          <p:nvPr>
            <p:ph type="sldNum" sz="quarter" idx="5"/>
          </p:nvPr>
        </p:nvSpPr>
        <p:spPr/>
        <p:txBody>
          <a:bodyPr/>
          <a:lstStyle/>
          <a:p>
            <a:fld id="{8C7CE8B7-EFF8-BC46-A825-CBAC02C3B268}" type="slidenum">
              <a:rPr lang="en-US" smtClean="0"/>
              <a:t>129</a:t>
            </a:fld>
            <a:endParaRPr lang="en-US"/>
          </a:p>
        </p:txBody>
      </p:sp>
    </p:spTree>
    <p:extLst>
      <p:ext uri="{BB962C8B-B14F-4D97-AF65-F5344CB8AC3E}">
        <p14:creationId xmlns:p14="http://schemas.microsoft.com/office/powerpoint/2010/main" val="12564117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7EBB1-7A09-2ECD-36FB-9ECCC49F8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E11D1-C19C-5008-98AC-0EDC4EDFA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1084F-1DEC-1C27-D772-1A792AB213F6}"/>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E41273E2-102C-04DB-340D-4576DA158C7E}"/>
              </a:ext>
            </a:extLst>
          </p:cNvPr>
          <p:cNvSpPr>
            <a:spLocks noGrp="1"/>
          </p:cNvSpPr>
          <p:nvPr>
            <p:ph type="sldNum" sz="quarter" idx="5"/>
          </p:nvPr>
        </p:nvSpPr>
        <p:spPr/>
        <p:txBody>
          <a:bodyPr/>
          <a:lstStyle/>
          <a:p>
            <a:fld id="{8C7CE8B7-EFF8-BC46-A825-CBAC02C3B268}" type="slidenum">
              <a:rPr lang="en-US" smtClean="0"/>
              <a:t>130</a:t>
            </a:fld>
            <a:endParaRPr lang="en-US"/>
          </a:p>
        </p:txBody>
      </p:sp>
    </p:spTree>
    <p:extLst>
      <p:ext uri="{BB962C8B-B14F-4D97-AF65-F5344CB8AC3E}">
        <p14:creationId xmlns:p14="http://schemas.microsoft.com/office/powerpoint/2010/main" val="12286011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58304-CF6F-E342-D354-09367F070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CB7A8-8E83-D1F1-88E4-9EAC8345B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DE548-5464-F50B-BB9D-7C6BAB9B0FD3}"/>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95AF19DF-2A79-92AE-66FA-3640FA1D7216}"/>
              </a:ext>
            </a:extLst>
          </p:cNvPr>
          <p:cNvSpPr>
            <a:spLocks noGrp="1"/>
          </p:cNvSpPr>
          <p:nvPr>
            <p:ph type="sldNum" sz="quarter" idx="5"/>
          </p:nvPr>
        </p:nvSpPr>
        <p:spPr/>
        <p:txBody>
          <a:bodyPr/>
          <a:lstStyle/>
          <a:p>
            <a:fld id="{8C7CE8B7-EFF8-BC46-A825-CBAC02C3B268}" type="slidenum">
              <a:rPr lang="en-US" smtClean="0"/>
              <a:t>131</a:t>
            </a:fld>
            <a:endParaRPr lang="en-US"/>
          </a:p>
        </p:txBody>
      </p:sp>
    </p:spTree>
    <p:extLst>
      <p:ext uri="{BB962C8B-B14F-4D97-AF65-F5344CB8AC3E}">
        <p14:creationId xmlns:p14="http://schemas.microsoft.com/office/powerpoint/2010/main" val="22748788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B0D3-61B5-9F67-3513-8BAB9B76F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086EC-7931-9C1D-EA75-DB1378889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AED8F9-FAAD-8FAB-8B15-25ADE02F8DD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F5E92E47-7B36-6986-B0A7-A937FCA6C0B0}"/>
              </a:ext>
            </a:extLst>
          </p:cNvPr>
          <p:cNvSpPr>
            <a:spLocks noGrp="1"/>
          </p:cNvSpPr>
          <p:nvPr>
            <p:ph type="sldNum" sz="quarter" idx="5"/>
          </p:nvPr>
        </p:nvSpPr>
        <p:spPr/>
        <p:txBody>
          <a:bodyPr/>
          <a:lstStyle/>
          <a:p>
            <a:fld id="{8C7CE8B7-EFF8-BC46-A825-CBAC02C3B268}" type="slidenum">
              <a:rPr lang="en-US" smtClean="0"/>
              <a:t>132</a:t>
            </a:fld>
            <a:endParaRPr lang="en-US"/>
          </a:p>
        </p:txBody>
      </p:sp>
    </p:spTree>
    <p:extLst>
      <p:ext uri="{BB962C8B-B14F-4D97-AF65-F5344CB8AC3E}">
        <p14:creationId xmlns:p14="http://schemas.microsoft.com/office/powerpoint/2010/main" val="121136959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AA087-DE8D-5B48-7537-E0A0B96D3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90135-0564-9FC6-F448-CDEBDED76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BF77C-F364-C180-8576-8077D92D36EC}"/>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11504206-9F8E-BBF4-1D05-9C08F9C24C53}"/>
              </a:ext>
            </a:extLst>
          </p:cNvPr>
          <p:cNvSpPr>
            <a:spLocks noGrp="1"/>
          </p:cNvSpPr>
          <p:nvPr>
            <p:ph type="sldNum" sz="quarter" idx="5"/>
          </p:nvPr>
        </p:nvSpPr>
        <p:spPr/>
        <p:txBody>
          <a:bodyPr/>
          <a:lstStyle/>
          <a:p>
            <a:fld id="{8C7CE8B7-EFF8-BC46-A825-CBAC02C3B268}" type="slidenum">
              <a:rPr lang="en-US" smtClean="0"/>
              <a:t>133</a:t>
            </a:fld>
            <a:endParaRPr lang="en-US"/>
          </a:p>
        </p:txBody>
      </p:sp>
    </p:spTree>
    <p:extLst>
      <p:ext uri="{BB962C8B-B14F-4D97-AF65-F5344CB8AC3E}">
        <p14:creationId xmlns:p14="http://schemas.microsoft.com/office/powerpoint/2010/main" val="46336357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581A6-7554-BAF0-1D9B-0D4A3A9E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34AE7-2BD1-4127-68BD-FBECA1B72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A6587-DFA4-BE29-6294-B897CF2E1CE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D81A8EB5-1F9D-E74B-1DBE-EEF8D99390F4}"/>
              </a:ext>
            </a:extLst>
          </p:cNvPr>
          <p:cNvSpPr>
            <a:spLocks noGrp="1"/>
          </p:cNvSpPr>
          <p:nvPr>
            <p:ph type="sldNum" sz="quarter" idx="5"/>
          </p:nvPr>
        </p:nvSpPr>
        <p:spPr/>
        <p:txBody>
          <a:bodyPr/>
          <a:lstStyle/>
          <a:p>
            <a:fld id="{8C7CE8B7-EFF8-BC46-A825-CBAC02C3B268}" type="slidenum">
              <a:rPr lang="en-US" smtClean="0"/>
              <a:t>134</a:t>
            </a:fld>
            <a:endParaRPr lang="en-US"/>
          </a:p>
        </p:txBody>
      </p:sp>
    </p:spTree>
    <p:extLst>
      <p:ext uri="{BB962C8B-B14F-4D97-AF65-F5344CB8AC3E}">
        <p14:creationId xmlns:p14="http://schemas.microsoft.com/office/powerpoint/2010/main" val="2076613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3D69F-CCA7-1D86-D853-F850C4A4D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38CA3-68D2-403D-80A8-09B4BC3FD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50CB7-E3C7-5B7E-F67E-E8DF3CF16FD7}"/>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5DD49B5D-9DA2-FD2B-04CB-B16433F060FE}"/>
              </a:ext>
            </a:extLst>
          </p:cNvPr>
          <p:cNvSpPr>
            <a:spLocks noGrp="1"/>
          </p:cNvSpPr>
          <p:nvPr>
            <p:ph type="sldNum" sz="quarter" idx="5"/>
          </p:nvPr>
        </p:nvSpPr>
        <p:spPr/>
        <p:txBody>
          <a:bodyPr/>
          <a:lstStyle/>
          <a:p>
            <a:fld id="{8C7CE8B7-EFF8-BC46-A825-CBAC02C3B268}" type="slidenum">
              <a:rPr lang="en-US" smtClean="0"/>
              <a:t>135</a:t>
            </a:fld>
            <a:endParaRPr lang="en-US"/>
          </a:p>
        </p:txBody>
      </p:sp>
    </p:spTree>
    <p:extLst>
      <p:ext uri="{BB962C8B-B14F-4D97-AF65-F5344CB8AC3E}">
        <p14:creationId xmlns:p14="http://schemas.microsoft.com/office/powerpoint/2010/main" val="6976140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ECEF2-99A1-9A88-3C50-0C799A3D8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8C88A-4C44-CC31-1BCC-636498B3E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5BB22A-25F2-24EC-1B15-A1D6C1DCE8B2}"/>
              </a:ext>
            </a:extLst>
          </p:cNvPr>
          <p:cNvSpPr>
            <a:spLocks noGrp="1"/>
          </p:cNvSpPr>
          <p:nvPr>
            <p:ph type="body" idx="1"/>
          </p:nvPr>
        </p:nvSpPr>
        <p:spPr/>
        <p:txBody>
          <a:bodyPr/>
          <a:lstStyle/>
          <a:p>
            <a:r>
              <a:rPr lang="en-US" dirty="0"/>
              <a:t>First observation (joke) – the BWT is one way to get DEI out of NERDNITE.</a:t>
            </a:r>
          </a:p>
          <a:p>
            <a:r>
              <a:rPr lang="en-US" dirty="0"/>
              <a:t>Second observation – the two N’s clustered together.</a:t>
            </a:r>
          </a:p>
          <a:p>
            <a:r>
              <a:rPr lang="en-US" dirty="0"/>
              <a:t>So what’s the point? This whole process looks convoluted and pointless, right? Surely I’m wasting my time trying to do this. Maybe, but maybe not. Let’s see some more examples of BWTs first.</a:t>
            </a:r>
          </a:p>
        </p:txBody>
      </p:sp>
      <p:sp>
        <p:nvSpPr>
          <p:cNvPr id="4" name="Slide Number Placeholder 3">
            <a:extLst>
              <a:ext uri="{FF2B5EF4-FFF2-40B4-BE49-F238E27FC236}">
                <a16:creationId xmlns:a16="http://schemas.microsoft.com/office/drawing/2014/main" id="{3B8C8E66-7F24-940E-9D40-AF3FA7DEFB04}"/>
              </a:ext>
            </a:extLst>
          </p:cNvPr>
          <p:cNvSpPr>
            <a:spLocks noGrp="1"/>
          </p:cNvSpPr>
          <p:nvPr>
            <p:ph type="sldNum" sz="quarter" idx="5"/>
          </p:nvPr>
        </p:nvSpPr>
        <p:spPr/>
        <p:txBody>
          <a:bodyPr/>
          <a:lstStyle/>
          <a:p>
            <a:fld id="{8C7CE8B7-EFF8-BC46-A825-CBAC02C3B268}" type="slidenum">
              <a:rPr lang="en-US" smtClean="0"/>
              <a:t>139</a:t>
            </a:fld>
            <a:endParaRPr lang="en-US"/>
          </a:p>
        </p:txBody>
      </p:sp>
    </p:spTree>
    <p:extLst>
      <p:ext uri="{BB962C8B-B14F-4D97-AF65-F5344CB8AC3E}">
        <p14:creationId xmlns:p14="http://schemas.microsoft.com/office/powerpoint/2010/main" val="2887809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7550-6852-DAAB-3F18-EBA3D7EA67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116FC5-D071-2608-22DB-704744753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A41674-F2B8-08D7-B88F-DED3C6669291}"/>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5" name="Footer Placeholder 4">
            <a:extLst>
              <a:ext uri="{FF2B5EF4-FFF2-40B4-BE49-F238E27FC236}">
                <a16:creationId xmlns:a16="http://schemas.microsoft.com/office/drawing/2014/main" id="{9A1D07DD-CA32-CAA9-E6E6-204B05798E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E5BE2D-CA7B-7081-8CB9-51545CD89AC1}"/>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3602825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74B6-9EEA-AB60-5AE9-58C9853EA6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C6ED18-B7EB-4CEB-D446-4DBC9F4F4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283984-C0B4-D23F-63E6-34B5C7C47611}"/>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5" name="Footer Placeholder 4">
            <a:extLst>
              <a:ext uri="{FF2B5EF4-FFF2-40B4-BE49-F238E27FC236}">
                <a16:creationId xmlns:a16="http://schemas.microsoft.com/office/drawing/2014/main" id="{1D3704FD-62AD-8974-F07D-8907229F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441170-118A-11CF-CCB5-EDF44D635FB4}"/>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1632283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126DF-5E7D-49FF-2DF4-81810B355F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CE66AE-E049-88BC-CDF1-6B940820FB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15F429-6515-D677-9F61-162E1A989D48}"/>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5" name="Footer Placeholder 4">
            <a:extLst>
              <a:ext uri="{FF2B5EF4-FFF2-40B4-BE49-F238E27FC236}">
                <a16:creationId xmlns:a16="http://schemas.microsoft.com/office/drawing/2014/main" id="{CD662C57-7CDE-6CD4-2589-6C8399FB49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44B8ED-0017-76E8-C475-737470EB738A}"/>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52874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03F2-926B-E426-86F6-C1F56591F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7B584C-9B77-3A54-3752-33F2E3FAA2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B423AA-1B62-17B4-915C-56C3AC8EBF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F00571-5E1A-1951-473C-59A2345B9F91}"/>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6" name="Footer Placeholder 5">
            <a:extLst>
              <a:ext uri="{FF2B5EF4-FFF2-40B4-BE49-F238E27FC236}">
                <a16:creationId xmlns:a16="http://schemas.microsoft.com/office/drawing/2014/main" id="{0EE4731C-56F9-A4DD-CE9C-DE970F3EA8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5EEE77-F883-6063-75D5-E426971C43A4}"/>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11927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D76B-B1AA-6804-AEDA-421ED9A6C4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F627A6-D2FA-C810-DF0C-29DCA353A0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9097C7-4D18-4C21-E55C-9580D8DA11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9058E4-8290-9AC8-2190-0CC42D88D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7F661E-A7FF-51A5-8E14-DBF8125FDB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C849D2-32AB-4D4F-9F23-DBC1E489E434}"/>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8" name="Footer Placeholder 7">
            <a:extLst>
              <a:ext uri="{FF2B5EF4-FFF2-40B4-BE49-F238E27FC236}">
                <a16:creationId xmlns:a16="http://schemas.microsoft.com/office/drawing/2014/main" id="{D726F641-6C61-E5E3-9EC3-07F95887A8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8D2818-3E87-3974-6CB1-22216D6D3A80}"/>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3081596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FABE-07D2-CBB9-D015-F9C58AF75A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4DBC94-32C7-4FBE-4352-22CA78A82880}"/>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4" name="Footer Placeholder 3">
            <a:extLst>
              <a:ext uri="{FF2B5EF4-FFF2-40B4-BE49-F238E27FC236}">
                <a16:creationId xmlns:a16="http://schemas.microsoft.com/office/drawing/2014/main" id="{4E8C3384-284D-FBF5-CD14-5C559D0EE8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DD5844-FF71-BD9E-DB13-194CD2D7FCCA}"/>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178363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865B0D-75CE-11C0-0B18-8F68A972DAAF}"/>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3" name="Footer Placeholder 2">
            <a:extLst>
              <a:ext uri="{FF2B5EF4-FFF2-40B4-BE49-F238E27FC236}">
                <a16:creationId xmlns:a16="http://schemas.microsoft.com/office/drawing/2014/main" id="{666ADBC0-0CFC-12FE-6A84-B67C6A12FB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026D22-A299-1EFA-FD31-64015F3BAF18}"/>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44067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5A2E-6BC8-01AB-7935-A69CC23880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AD5ED2-7C42-3D59-3641-87EA5B99BB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EDDF57-10EC-9582-545D-464EACB92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0D759A-B118-51F1-F7C9-A5E4D43D1426}"/>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6" name="Footer Placeholder 5">
            <a:extLst>
              <a:ext uri="{FF2B5EF4-FFF2-40B4-BE49-F238E27FC236}">
                <a16:creationId xmlns:a16="http://schemas.microsoft.com/office/drawing/2014/main" id="{4670DD42-CFEA-797E-AC17-1835269DE7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5A1C3-311D-C2DA-7CCA-5C1DE27A47A5}"/>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4229875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F643-A4BC-8917-9453-941B921697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0A11DF-0FB0-672D-38F5-F8EF16DFE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7204DC-2A7C-EA41-2A8A-4E18DA66A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E51FE5-7F6E-6BB6-E441-6CD3D504018A}"/>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6" name="Footer Placeholder 5">
            <a:extLst>
              <a:ext uri="{FF2B5EF4-FFF2-40B4-BE49-F238E27FC236}">
                <a16:creationId xmlns:a16="http://schemas.microsoft.com/office/drawing/2014/main" id="{3C98C465-002E-3188-BFF1-0A2F8E9532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9F895-2ACE-3392-C3AF-B1D45219E27A}"/>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1249909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242-5664-0CE9-1F8E-875377669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9D68E0-D207-210D-7454-A587900233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E84B83-98E8-98E0-F11C-B645EEBEC5EA}"/>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5" name="Footer Placeholder 4">
            <a:extLst>
              <a:ext uri="{FF2B5EF4-FFF2-40B4-BE49-F238E27FC236}">
                <a16:creationId xmlns:a16="http://schemas.microsoft.com/office/drawing/2014/main" id="{A5EEF955-EE9E-D799-DF91-A78EFF82CB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44590D-A299-A815-F104-2C34BC6708C4}"/>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3449676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4FA1E-42DF-9657-1ACA-B58FA8F75C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7B1B9-BDFD-A704-243B-D35D360A8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1399D-4E5D-2170-7EB2-646179E06777}"/>
              </a:ext>
            </a:extLst>
          </p:cNvPr>
          <p:cNvSpPr>
            <a:spLocks noGrp="1"/>
          </p:cNvSpPr>
          <p:nvPr>
            <p:ph type="dt" sz="half" idx="10"/>
          </p:nvPr>
        </p:nvSpPr>
        <p:spPr/>
        <p:txBody>
          <a:bodyPr/>
          <a:lstStyle/>
          <a:p>
            <a:fld id="{A9354CE7-5B03-8C42-B180-35903E669DDD}" type="datetimeFigureOut">
              <a:rPr lang="en-US" smtClean="0"/>
              <a:t>9/11/26</a:t>
            </a:fld>
            <a:endParaRPr lang="en-US"/>
          </a:p>
        </p:txBody>
      </p:sp>
      <p:sp>
        <p:nvSpPr>
          <p:cNvPr id="5" name="Footer Placeholder 4">
            <a:extLst>
              <a:ext uri="{FF2B5EF4-FFF2-40B4-BE49-F238E27FC236}">
                <a16:creationId xmlns:a16="http://schemas.microsoft.com/office/drawing/2014/main" id="{F42B8366-A266-997C-54F0-8A90CD3494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5C758A-1213-CD91-9315-3308126E3299}"/>
              </a:ext>
            </a:extLst>
          </p:cNvPr>
          <p:cNvSpPr>
            <a:spLocks noGrp="1"/>
          </p:cNvSpPr>
          <p:nvPr>
            <p:ph type="sldNum" sz="quarter" idx="12"/>
          </p:nvPr>
        </p:nvSpPr>
        <p:spPr/>
        <p:txBody>
          <a:bodyPr/>
          <a:lstStyle/>
          <a:p>
            <a:fld id="{63F03904-056B-5448-96E5-910A9CEA138E}" type="slidenum">
              <a:rPr lang="en-US" smtClean="0"/>
              <a:t>‹#›</a:t>
            </a:fld>
            <a:endParaRPr lang="en-US"/>
          </a:p>
        </p:txBody>
      </p:sp>
    </p:spTree>
    <p:extLst>
      <p:ext uri="{BB962C8B-B14F-4D97-AF65-F5344CB8AC3E}">
        <p14:creationId xmlns:p14="http://schemas.microsoft.com/office/powerpoint/2010/main" val="1623210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2FBBFF-CAF4-8AF3-724B-7196AC84B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7D6381-B3CC-C16A-E092-D44635A74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7B556E-5FD0-70F3-92FB-C94609F76E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EFE9E7"/>
                </a:solidFill>
              </a:defRPr>
            </a:lvl1pPr>
          </a:lstStyle>
          <a:p>
            <a:fld id="{A9354CE7-5B03-8C42-B180-35903E669DDD}" type="datetimeFigureOut">
              <a:rPr lang="en-US" smtClean="0"/>
              <a:pPr/>
              <a:t>9/11/26</a:t>
            </a:fld>
            <a:endParaRPr lang="en-US"/>
          </a:p>
        </p:txBody>
      </p:sp>
      <p:sp>
        <p:nvSpPr>
          <p:cNvPr id="5" name="Footer Placeholder 4">
            <a:extLst>
              <a:ext uri="{FF2B5EF4-FFF2-40B4-BE49-F238E27FC236}">
                <a16:creationId xmlns:a16="http://schemas.microsoft.com/office/drawing/2014/main" id="{62496B8B-662E-E2AD-4D1B-6D07DBD64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EFE9E7"/>
                </a:solidFill>
              </a:defRPr>
            </a:lvl1pPr>
          </a:lstStyle>
          <a:p>
            <a:endParaRPr lang="en-US"/>
          </a:p>
        </p:txBody>
      </p:sp>
      <p:sp>
        <p:nvSpPr>
          <p:cNvPr id="6" name="Slide Number Placeholder 5">
            <a:extLst>
              <a:ext uri="{FF2B5EF4-FFF2-40B4-BE49-F238E27FC236}">
                <a16:creationId xmlns:a16="http://schemas.microsoft.com/office/drawing/2014/main" id="{B52DC128-8D14-97C7-3AF2-6E19AC26FB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EFE9E7"/>
                </a:solidFill>
              </a:defRPr>
            </a:lvl1pPr>
          </a:lstStyle>
          <a:p>
            <a:fld id="{63F03904-056B-5448-96E5-910A9CEA138E}" type="slidenum">
              <a:rPr lang="en-US" smtClean="0"/>
              <a:pPr/>
              <a:t>‹#›</a:t>
            </a:fld>
            <a:endParaRPr lang="en-US"/>
          </a:p>
        </p:txBody>
      </p:sp>
    </p:spTree>
    <p:extLst>
      <p:ext uri="{BB962C8B-B14F-4D97-AF65-F5344CB8AC3E}">
        <p14:creationId xmlns:p14="http://schemas.microsoft.com/office/powerpoint/2010/main" val="522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EFE9E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FE9E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FE9E7"/>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FE9E7"/>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FE9E7"/>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FE9E7"/>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4D45-82A9-6317-63EE-F64053EB3DE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6AFD2C-FC25-2CFA-1214-6E8C80017184}"/>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Tree>
    <p:extLst>
      <p:ext uri="{BB962C8B-B14F-4D97-AF65-F5344CB8AC3E}">
        <p14:creationId xmlns:p14="http://schemas.microsoft.com/office/powerpoint/2010/main" val="4068118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8696F-B6AD-58E8-386E-14D7993CE9B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B6F8E52-F81A-C038-EDC5-239181FC323C}"/>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7C959EBC-BB66-8593-0757-752AC83A2B80}"/>
              </a:ext>
            </a:extLst>
          </p:cNvPr>
          <p:cNvSpPr txBox="1"/>
          <p:nvPr/>
        </p:nvSpPr>
        <p:spPr>
          <a:xfrm>
            <a:off x="746042" y="2798058"/>
            <a:ext cx="3315331" cy="1261884"/>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1:</a:t>
            </a:r>
          </a:p>
          <a:p>
            <a:pPr algn="ctr"/>
            <a:r>
              <a:rPr lang="en-US" sz="3800" i="1" dirty="0">
                <a:solidFill>
                  <a:srgbClr val="212529"/>
                </a:solidFill>
                <a:latin typeface="Helvetica Neue Light" panose="02000403000000020004" pitchFamily="2" charset="0"/>
                <a:ea typeface="Helvetica Neue Light" panose="02000403000000020004" pitchFamily="2" charset="0"/>
              </a:rPr>
              <a:t>Add dollar sign</a:t>
            </a:r>
          </a:p>
        </p:txBody>
      </p:sp>
    </p:spTree>
    <p:extLst>
      <p:ext uri="{BB962C8B-B14F-4D97-AF65-F5344CB8AC3E}">
        <p14:creationId xmlns:p14="http://schemas.microsoft.com/office/powerpoint/2010/main" val="1843502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7B127-7FFF-90D8-83F6-01DB6FA62EF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94143A2-EF1F-563E-AABD-32604A21A7D5}"/>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C55DB398-170C-CA96-520D-3CF3DAA3737C}"/>
              </a:ext>
            </a:extLst>
          </p:cNvPr>
          <p:cNvSpPr txBox="1"/>
          <p:nvPr/>
        </p:nvSpPr>
        <p:spPr>
          <a:xfrm>
            <a:off x="746042" y="2798058"/>
            <a:ext cx="3315331" cy="1261884"/>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1:</a:t>
            </a:r>
          </a:p>
          <a:p>
            <a:pPr algn="ctr"/>
            <a:r>
              <a:rPr lang="en-US" sz="3800" i="1" dirty="0">
                <a:solidFill>
                  <a:srgbClr val="212529"/>
                </a:solidFill>
                <a:latin typeface="Helvetica Neue Light" panose="02000403000000020004" pitchFamily="2" charset="0"/>
                <a:ea typeface="Helvetica Neue Light" panose="02000403000000020004" pitchFamily="2" charset="0"/>
              </a:rPr>
              <a:t>Add dollar sign</a:t>
            </a:r>
          </a:p>
        </p:txBody>
      </p:sp>
    </p:spTree>
    <p:extLst>
      <p:ext uri="{BB962C8B-B14F-4D97-AF65-F5344CB8AC3E}">
        <p14:creationId xmlns:p14="http://schemas.microsoft.com/office/powerpoint/2010/main" val="3794407855"/>
      </p:ext>
    </p:extLst>
  </p:cSld>
  <p:clrMapOvr>
    <a:masterClrMapping/>
  </p:clrMapOvr>
  <mc:AlternateContent xmlns:mc="http://schemas.openxmlformats.org/markup-compatibility/2006" xmlns:p159="http://schemas.microsoft.com/office/powerpoint/2015/09/main">
    <mc:Choice Requires="p159">
      <p:transition spd="slow">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A003-A787-7294-5D7F-435055B1B3D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78C422F-5DC7-5D59-7DDA-BF8D2D1307D0}"/>
              </a:ext>
            </a:extLst>
          </p:cNvPr>
          <p:cNvSpPr txBox="1"/>
          <p:nvPr/>
        </p:nvSpPr>
        <p:spPr>
          <a:xfrm>
            <a:off x="4807415" y="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38A8CFDD-D3CF-6C11-B483-329F12CFB7A2}"/>
              </a:ext>
            </a:extLst>
          </p:cNvPr>
          <p:cNvSpPr txBox="1"/>
          <p:nvPr/>
        </p:nvSpPr>
        <p:spPr>
          <a:xfrm>
            <a:off x="541637" y="2505671"/>
            <a:ext cx="3724160" cy="18466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2:</a:t>
            </a:r>
          </a:p>
          <a:p>
            <a:pPr algn="ctr"/>
            <a:r>
              <a:rPr lang="en-US" sz="3800" i="1" dirty="0">
                <a:solidFill>
                  <a:srgbClr val="212529"/>
                </a:solidFill>
                <a:latin typeface="Helvetica Neue Light" panose="02000403000000020004" pitchFamily="2" charset="0"/>
                <a:ea typeface="Helvetica Neue Light" panose="02000403000000020004" pitchFamily="2" charset="0"/>
              </a:rPr>
              <a:t>Get all cyclic</a:t>
            </a:r>
          </a:p>
          <a:p>
            <a:pPr algn="ctr"/>
            <a:r>
              <a:rPr lang="en-US" sz="3800" i="1" dirty="0">
                <a:solidFill>
                  <a:srgbClr val="212529"/>
                </a:solidFill>
                <a:latin typeface="Helvetica Neue Light" panose="02000403000000020004" pitchFamily="2" charset="0"/>
                <a:ea typeface="Helvetica Neue Light" panose="02000403000000020004" pitchFamily="2" charset="0"/>
              </a:rPr>
              <a:t>rotations of word</a:t>
            </a:r>
          </a:p>
        </p:txBody>
      </p:sp>
    </p:spTree>
    <p:extLst>
      <p:ext uri="{BB962C8B-B14F-4D97-AF65-F5344CB8AC3E}">
        <p14:creationId xmlns:p14="http://schemas.microsoft.com/office/powerpoint/2010/main" val="3563940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80D9E-0FCA-7636-EF47-E90A038356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E03A385-89F7-23F6-3BCE-0C40B9B60B43}"/>
              </a:ext>
            </a:extLst>
          </p:cNvPr>
          <p:cNvSpPr txBox="1"/>
          <p:nvPr/>
        </p:nvSpPr>
        <p:spPr>
          <a:xfrm>
            <a:off x="4807415" y="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BF5327B6-63C1-F628-3923-A150E49E4004}"/>
              </a:ext>
            </a:extLst>
          </p:cNvPr>
          <p:cNvSpPr txBox="1"/>
          <p:nvPr/>
        </p:nvSpPr>
        <p:spPr>
          <a:xfrm>
            <a:off x="541637" y="2505671"/>
            <a:ext cx="3724160" cy="18466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2:</a:t>
            </a:r>
          </a:p>
          <a:p>
            <a:pPr algn="ctr"/>
            <a:r>
              <a:rPr lang="en-US" sz="3800" i="1" dirty="0">
                <a:solidFill>
                  <a:srgbClr val="212529"/>
                </a:solidFill>
                <a:latin typeface="Helvetica Neue Light" panose="02000403000000020004" pitchFamily="2" charset="0"/>
                <a:ea typeface="Helvetica Neue Light" panose="02000403000000020004" pitchFamily="2" charset="0"/>
              </a:rPr>
              <a:t>Get all cyclic</a:t>
            </a:r>
          </a:p>
          <a:p>
            <a:pPr algn="ctr"/>
            <a:r>
              <a:rPr lang="en-US" sz="3800" i="1" dirty="0">
                <a:solidFill>
                  <a:srgbClr val="212529"/>
                </a:solidFill>
                <a:latin typeface="Helvetica Neue Light" panose="02000403000000020004" pitchFamily="2" charset="0"/>
                <a:ea typeface="Helvetica Neue Light" panose="02000403000000020004" pitchFamily="2" charset="0"/>
              </a:rPr>
              <a:t>rotations of word</a:t>
            </a:r>
          </a:p>
        </p:txBody>
      </p:sp>
      <p:sp>
        <p:nvSpPr>
          <p:cNvPr id="3" name="TextBox 2">
            <a:extLst>
              <a:ext uri="{FF2B5EF4-FFF2-40B4-BE49-F238E27FC236}">
                <a16:creationId xmlns:a16="http://schemas.microsoft.com/office/drawing/2014/main" id="{40E34A3E-9FD2-D632-3FCC-4490FB38BED4}"/>
              </a:ext>
            </a:extLst>
          </p:cNvPr>
          <p:cNvSpPr txBox="1"/>
          <p:nvPr/>
        </p:nvSpPr>
        <p:spPr>
          <a:xfrm>
            <a:off x="4807415" y="76107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ERDNITE$N</a:t>
            </a:r>
          </a:p>
        </p:txBody>
      </p:sp>
      <p:sp>
        <p:nvSpPr>
          <p:cNvPr id="4" name="TextBox 3">
            <a:extLst>
              <a:ext uri="{FF2B5EF4-FFF2-40B4-BE49-F238E27FC236}">
                <a16:creationId xmlns:a16="http://schemas.microsoft.com/office/drawing/2014/main" id="{AC22AB61-7E1B-57EE-81FE-1F01AFBF6B89}"/>
              </a:ext>
            </a:extLst>
          </p:cNvPr>
          <p:cNvSpPr txBox="1"/>
          <p:nvPr/>
        </p:nvSpPr>
        <p:spPr>
          <a:xfrm>
            <a:off x="4807415" y="152214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RDNITE$NE</a:t>
            </a:r>
          </a:p>
        </p:txBody>
      </p:sp>
      <p:sp>
        <p:nvSpPr>
          <p:cNvPr id="5" name="TextBox 4">
            <a:extLst>
              <a:ext uri="{FF2B5EF4-FFF2-40B4-BE49-F238E27FC236}">
                <a16:creationId xmlns:a16="http://schemas.microsoft.com/office/drawing/2014/main" id="{F3333646-3426-8F1A-560E-79A180A57C89}"/>
              </a:ext>
            </a:extLst>
          </p:cNvPr>
          <p:cNvSpPr txBox="1"/>
          <p:nvPr/>
        </p:nvSpPr>
        <p:spPr>
          <a:xfrm>
            <a:off x="4807415" y="228321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DNITE$NER</a:t>
            </a:r>
          </a:p>
        </p:txBody>
      </p:sp>
      <p:sp>
        <p:nvSpPr>
          <p:cNvPr id="7" name="TextBox 6">
            <a:extLst>
              <a:ext uri="{FF2B5EF4-FFF2-40B4-BE49-F238E27FC236}">
                <a16:creationId xmlns:a16="http://schemas.microsoft.com/office/drawing/2014/main" id="{61734D1B-F041-B22D-C995-BFF619A03971}"/>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NITE$NERD</a:t>
            </a:r>
          </a:p>
        </p:txBody>
      </p:sp>
      <p:sp>
        <p:nvSpPr>
          <p:cNvPr id="8" name="TextBox 7">
            <a:extLst>
              <a:ext uri="{FF2B5EF4-FFF2-40B4-BE49-F238E27FC236}">
                <a16:creationId xmlns:a16="http://schemas.microsoft.com/office/drawing/2014/main" id="{2C29C6F2-55E8-8723-5637-9D599CB89B83}"/>
              </a:ext>
            </a:extLst>
          </p:cNvPr>
          <p:cNvSpPr txBox="1"/>
          <p:nvPr/>
        </p:nvSpPr>
        <p:spPr>
          <a:xfrm>
            <a:off x="4807415" y="380535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ITE$NERDN</a:t>
            </a:r>
          </a:p>
        </p:txBody>
      </p:sp>
      <p:sp>
        <p:nvSpPr>
          <p:cNvPr id="9" name="TextBox 8">
            <a:extLst>
              <a:ext uri="{FF2B5EF4-FFF2-40B4-BE49-F238E27FC236}">
                <a16:creationId xmlns:a16="http://schemas.microsoft.com/office/drawing/2014/main" id="{D5193DEB-AF9A-C897-71F9-B38FE4924444}"/>
              </a:ext>
            </a:extLst>
          </p:cNvPr>
          <p:cNvSpPr txBox="1"/>
          <p:nvPr/>
        </p:nvSpPr>
        <p:spPr>
          <a:xfrm>
            <a:off x="4807415" y="456642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TE$NERDNI</a:t>
            </a:r>
          </a:p>
        </p:txBody>
      </p:sp>
      <p:sp>
        <p:nvSpPr>
          <p:cNvPr id="10" name="TextBox 9">
            <a:extLst>
              <a:ext uri="{FF2B5EF4-FFF2-40B4-BE49-F238E27FC236}">
                <a16:creationId xmlns:a16="http://schemas.microsoft.com/office/drawing/2014/main" id="{BE0D544D-6483-C6EA-3FC3-58D193F1C150}"/>
              </a:ext>
            </a:extLst>
          </p:cNvPr>
          <p:cNvSpPr txBox="1"/>
          <p:nvPr/>
        </p:nvSpPr>
        <p:spPr>
          <a:xfrm>
            <a:off x="4807415" y="532749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E$NERDNIT</a:t>
            </a:r>
          </a:p>
        </p:txBody>
      </p:sp>
      <p:sp>
        <p:nvSpPr>
          <p:cNvPr id="11" name="TextBox 10">
            <a:extLst>
              <a:ext uri="{FF2B5EF4-FFF2-40B4-BE49-F238E27FC236}">
                <a16:creationId xmlns:a16="http://schemas.microsoft.com/office/drawing/2014/main" id="{AD767C30-41D2-104A-09CD-0B54A5ACECB8}"/>
              </a:ext>
            </a:extLst>
          </p:cNvPr>
          <p:cNvSpPr txBox="1"/>
          <p:nvPr/>
        </p:nvSpPr>
        <p:spPr>
          <a:xfrm>
            <a:off x="4807415" y="6088559"/>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Tree>
    <p:extLst>
      <p:ext uri="{BB962C8B-B14F-4D97-AF65-F5344CB8AC3E}">
        <p14:creationId xmlns:p14="http://schemas.microsoft.com/office/powerpoint/2010/main" val="14027935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1800"/>
                            </p:stCondLst>
                            <p:childTnLst>
                              <p:par>
                                <p:cTn id="9" presetID="10" presetClass="entr" presetSubtype="0"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par>
                          <p:cTn id="12" fill="hold">
                            <p:stCondLst>
                              <p:cond delay="3600"/>
                            </p:stCondLst>
                            <p:childTnLst>
                              <p:par>
                                <p:cTn id="13" presetID="10" presetClass="entr" presetSubtype="0" fill="hold" grpId="0" nodeType="after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childTnLst>
                                </p:cTn>
                              </p:par>
                            </p:childTnLst>
                          </p:cTn>
                        </p:par>
                        <p:par>
                          <p:cTn id="16" fill="hold">
                            <p:stCondLst>
                              <p:cond delay="54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childTnLst>
                                </p:cTn>
                              </p:par>
                            </p:childTnLst>
                          </p:cTn>
                        </p:par>
                        <p:par>
                          <p:cTn id="20" fill="hold">
                            <p:stCondLst>
                              <p:cond delay="7200"/>
                            </p:stCondLst>
                            <p:childTnLst>
                              <p:par>
                                <p:cTn id="21" presetID="10" presetClass="entr" presetSubtype="0"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childTnLst>
                                </p:cTn>
                              </p:par>
                            </p:childTnLst>
                          </p:cTn>
                        </p:par>
                        <p:par>
                          <p:cTn id="24" fill="hold">
                            <p:stCondLst>
                              <p:cond delay="9000"/>
                            </p:stCondLst>
                            <p:childTnLst>
                              <p:par>
                                <p:cTn id="25" presetID="10" presetClass="entr" presetSubtype="0" fill="hold" grpId="0" nodeType="afterEffect">
                                  <p:stCondLst>
                                    <p:cond delay="0"/>
                                  </p:stCondLst>
                                  <p:iterate type="lt">
                                    <p:tmPct val="10000"/>
                                  </p:iterate>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par>
                          <p:cTn id="28" fill="hold">
                            <p:stCondLst>
                              <p:cond delay="10800"/>
                            </p:stCondLst>
                            <p:childTnLst>
                              <p:par>
                                <p:cTn id="29" presetID="10" presetClass="entr" presetSubtype="0" fill="hold" grpId="0" nodeType="afterEffect">
                                  <p:stCondLst>
                                    <p:cond delay="0"/>
                                  </p:stCondLst>
                                  <p:iterate type="lt">
                                    <p:tmPct val="10000"/>
                                  </p:iterate>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childTnLst>
                                </p:cTn>
                              </p:par>
                            </p:childTnLst>
                          </p:cTn>
                        </p:par>
                        <p:par>
                          <p:cTn id="32" fill="hold">
                            <p:stCondLst>
                              <p:cond delay="12600"/>
                            </p:stCondLst>
                            <p:childTnLst>
                              <p:par>
                                <p:cTn id="33" presetID="10"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5" grpId="0"/>
      <p:bldP spid="7" grpId="0"/>
      <p:bldP spid="8" grpId="0"/>
      <p:bldP spid="9"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B7B5-6DD1-B97B-B28A-2A1DD621D34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9AE0D5-5EAC-D690-EE2C-19D54E70F0D1}"/>
              </a:ext>
            </a:extLst>
          </p:cNvPr>
          <p:cNvSpPr txBox="1"/>
          <p:nvPr/>
        </p:nvSpPr>
        <p:spPr>
          <a:xfrm>
            <a:off x="4807415" y="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04B3C938-0B4E-D5F8-49A4-D3AAD92B9BBC}"/>
              </a:ext>
            </a:extLst>
          </p:cNvPr>
          <p:cNvSpPr txBox="1"/>
          <p:nvPr/>
        </p:nvSpPr>
        <p:spPr>
          <a:xfrm>
            <a:off x="583735" y="2505671"/>
            <a:ext cx="3639971" cy="18466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3:</a:t>
            </a:r>
          </a:p>
          <a:p>
            <a:pPr algn="ctr"/>
            <a:r>
              <a:rPr lang="en-US" sz="3800" i="1" dirty="0">
                <a:solidFill>
                  <a:srgbClr val="212529"/>
                </a:solidFill>
                <a:latin typeface="Helvetica Neue Light" panose="02000403000000020004" pitchFamily="2" charset="0"/>
                <a:ea typeface="Helvetica Neue Light" panose="02000403000000020004" pitchFamily="2" charset="0"/>
              </a:rPr>
              <a:t>Sort all words in</a:t>
            </a:r>
          </a:p>
          <a:p>
            <a:pPr algn="ctr"/>
            <a:r>
              <a:rPr lang="en-US" sz="3800" i="1" dirty="0">
                <a:solidFill>
                  <a:srgbClr val="212529"/>
                </a:solidFill>
                <a:latin typeface="Helvetica Neue Light" panose="02000403000000020004" pitchFamily="2" charset="0"/>
                <a:ea typeface="Helvetica Neue Light" panose="02000403000000020004" pitchFamily="2" charset="0"/>
              </a:rPr>
              <a:t>dictionary order</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7B84944C-523F-2406-E597-CFA5BD62536A}"/>
              </a:ext>
            </a:extLst>
          </p:cNvPr>
          <p:cNvSpPr txBox="1"/>
          <p:nvPr/>
        </p:nvSpPr>
        <p:spPr>
          <a:xfrm>
            <a:off x="4807415" y="76107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ERDNITE$N</a:t>
            </a:r>
          </a:p>
        </p:txBody>
      </p:sp>
      <p:sp>
        <p:nvSpPr>
          <p:cNvPr id="4" name="TextBox 3">
            <a:extLst>
              <a:ext uri="{FF2B5EF4-FFF2-40B4-BE49-F238E27FC236}">
                <a16:creationId xmlns:a16="http://schemas.microsoft.com/office/drawing/2014/main" id="{81722212-E9CE-7953-AFEE-6172CE7BA5BC}"/>
              </a:ext>
            </a:extLst>
          </p:cNvPr>
          <p:cNvSpPr txBox="1"/>
          <p:nvPr/>
        </p:nvSpPr>
        <p:spPr>
          <a:xfrm>
            <a:off x="4807415" y="152214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RDNITE$NE</a:t>
            </a:r>
          </a:p>
        </p:txBody>
      </p:sp>
      <p:sp>
        <p:nvSpPr>
          <p:cNvPr id="5" name="TextBox 4">
            <a:extLst>
              <a:ext uri="{FF2B5EF4-FFF2-40B4-BE49-F238E27FC236}">
                <a16:creationId xmlns:a16="http://schemas.microsoft.com/office/drawing/2014/main" id="{8926BD1E-23AB-9EC7-646D-5C684688513E}"/>
              </a:ext>
            </a:extLst>
          </p:cNvPr>
          <p:cNvSpPr txBox="1"/>
          <p:nvPr/>
        </p:nvSpPr>
        <p:spPr>
          <a:xfrm>
            <a:off x="4807415" y="228321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DNITE$NER</a:t>
            </a:r>
          </a:p>
        </p:txBody>
      </p:sp>
      <p:sp>
        <p:nvSpPr>
          <p:cNvPr id="7" name="TextBox 6">
            <a:extLst>
              <a:ext uri="{FF2B5EF4-FFF2-40B4-BE49-F238E27FC236}">
                <a16:creationId xmlns:a16="http://schemas.microsoft.com/office/drawing/2014/main" id="{A5580A33-58BF-B7F3-863D-BC01A7587575}"/>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NITE$NERD</a:t>
            </a:r>
          </a:p>
        </p:txBody>
      </p:sp>
      <p:sp>
        <p:nvSpPr>
          <p:cNvPr id="8" name="TextBox 7">
            <a:extLst>
              <a:ext uri="{FF2B5EF4-FFF2-40B4-BE49-F238E27FC236}">
                <a16:creationId xmlns:a16="http://schemas.microsoft.com/office/drawing/2014/main" id="{82363718-DC90-1E06-5B74-D7C556CEE051}"/>
              </a:ext>
            </a:extLst>
          </p:cNvPr>
          <p:cNvSpPr txBox="1"/>
          <p:nvPr/>
        </p:nvSpPr>
        <p:spPr>
          <a:xfrm>
            <a:off x="4807415" y="380535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ITE$NERDN</a:t>
            </a:r>
          </a:p>
        </p:txBody>
      </p:sp>
      <p:sp>
        <p:nvSpPr>
          <p:cNvPr id="9" name="TextBox 8">
            <a:extLst>
              <a:ext uri="{FF2B5EF4-FFF2-40B4-BE49-F238E27FC236}">
                <a16:creationId xmlns:a16="http://schemas.microsoft.com/office/drawing/2014/main" id="{670AC530-8A0F-97E8-0271-297EF533C347}"/>
              </a:ext>
            </a:extLst>
          </p:cNvPr>
          <p:cNvSpPr txBox="1"/>
          <p:nvPr/>
        </p:nvSpPr>
        <p:spPr>
          <a:xfrm>
            <a:off x="4807415" y="456642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TE$NERDNI</a:t>
            </a:r>
          </a:p>
        </p:txBody>
      </p:sp>
      <p:sp>
        <p:nvSpPr>
          <p:cNvPr id="10" name="TextBox 9">
            <a:extLst>
              <a:ext uri="{FF2B5EF4-FFF2-40B4-BE49-F238E27FC236}">
                <a16:creationId xmlns:a16="http://schemas.microsoft.com/office/drawing/2014/main" id="{2E819B49-72D5-D807-55F3-BCD3DE685BD2}"/>
              </a:ext>
            </a:extLst>
          </p:cNvPr>
          <p:cNvSpPr txBox="1"/>
          <p:nvPr/>
        </p:nvSpPr>
        <p:spPr>
          <a:xfrm>
            <a:off x="4807415" y="532749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E$NERDNIT</a:t>
            </a:r>
          </a:p>
        </p:txBody>
      </p:sp>
      <p:sp>
        <p:nvSpPr>
          <p:cNvPr id="11" name="TextBox 10">
            <a:extLst>
              <a:ext uri="{FF2B5EF4-FFF2-40B4-BE49-F238E27FC236}">
                <a16:creationId xmlns:a16="http://schemas.microsoft.com/office/drawing/2014/main" id="{D7F79995-9C3A-3F97-14E6-CD37EC011792}"/>
              </a:ext>
            </a:extLst>
          </p:cNvPr>
          <p:cNvSpPr txBox="1"/>
          <p:nvPr/>
        </p:nvSpPr>
        <p:spPr>
          <a:xfrm>
            <a:off x="4807415" y="6088559"/>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13" name="TextBox 12">
            <a:extLst>
              <a:ext uri="{FF2B5EF4-FFF2-40B4-BE49-F238E27FC236}">
                <a16:creationId xmlns:a16="http://schemas.microsoft.com/office/drawing/2014/main" id="{955F3906-4AD7-409D-1476-BEDE06027CD9}"/>
              </a:ext>
            </a:extLst>
          </p:cNvPr>
          <p:cNvSpPr txBox="1"/>
          <p:nvPr/>
        </p:nvSpPr>
        <p:spPr>
          <a:xfrm>
            <a:off x="304800" y="5860159"/>
            <a:ext cx="4712444" cy="830997"/>
          </a:xfrm>
          <a:prstGeom prst="rect">
            <a:avLst/>
          </a:prstGeom>
          <a:noFill/>
        </p:spPr>
        <p:txBody>
          <a:bodyPr wrap="none" rtlCol="0">
            <a:spAutoFit/>
          </a:bodyPr>
          <a:lstStyle/>
          <a:p>
            <a:r>
              <a:rPr lang="en-US" sz="2400" dirty="0">
                <a:latin typeface="Helvetica Neue" panose="02000503000000020004" pitchFamily="2" charset="0"/>
                <a:ea typeface="Helvetica Neue" panose="02000503000000020004" pitchFamily="2" charset="0"/>
                <a:cs typeface="Helvetica Neue" panose="02000503000000020004" pitchFamily="2" charset="0"/>
              </a:rPr>
              <a:t>Note:</a:t>
            </a:r>
          </a:p>
          <a:p>
            <a:r>
              <a:rPr lang="en-US" sz="2400" i="1" dirty="0">
                <a:latin typeface="Helvetica Neue" panose="02000503000000020004" pitchFamily="2" charset="0"/>
                <a:ea typeface="Helvetica Neue" panose="02000503000000020004" pitchFamily="2" charset="0"/>
                <a:cs typeface="Helvetica Neue" panose="02000503000000020004" pitchFamily="2" charset="0"/>
              </a:rPr>
              <a:t>“$” comes before everything else</a:t>
            </a:r>
          </a:p>
        </p:txBody>
      </p:sp>
    </p:spTree>
    <p:extLst>
      <p:ext uri="{BB962C8B-B14F-4D97-AF65-F5344CB8AC3E}">
        <p14:creationId xmlns:p14="http://schemas.microsoft.com/office/powerpoint/2010/main" val="2865492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25DD-8453-6052-9858-4383FBFA019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AF6551C-3911-3650-EC08-CF2C0CF5213C}"/>
              </a:ext>
            </a:extLst>
          </p:cNvPr>
          <p:cNvSpPr txBox="1"/>
          <p:nvPr/>
        </p:nvSpPr>
        <p:spPr>
          <a:xfrm>
            <a:off x="4807415" y="380535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007B08C0-8461-E791-7064-DDA3D7B3D6A2}"/>
              </a:ext>
            </a:extLst>
          </p:cNvPr>
          <p:cNvSpPr txBox="1"/>
          <p:nvPr/>
        </p:nvSpPr>
        <p:spPr>
          <a:xfrm>
            <a:off x="583735" y="2505671"/>
            <a:ext cx="3639971" cy="18466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3:</a:t>
            </a:r>
          </a:p>
          <a:p>
            <a:pPr algn="ctr"/>
            <a:r>
              <a:rPr lang="en-US" sz="3800" i="1" dirty="0">
                <a:solidFill>
                  <a:srgbClr val="212529"/>
                </a:solidFill>
                <a:latin typeface="Helvetica Neue Light" panose="02000403000000020004" pitchFamily="2" charset="0"/>
                <a:ea typeface="Helvetica Neue Light" panose="02000403000000020004" pitchFamily="2" charset="0"/>
              </a:rPr>
              <a:t>Sort all words in</a:t>
            </a:r>
          </a:p>
          <a:p>
            <a:pPr algn="ctr"/>
            <a:r>
              <a:rPr lang="en-US" sz="3800" i="1" dirty="0">
                <a:solidFill>
                  <a:srgbClr val="212529"/>
                </a:solidFill>
                <a:latin typeface="Helvetica Neue Light" panose="02000403000000020004" pitchFamily="2" charset="0"/>
                <a:ea typeface="Helvetica Neue Light" panose="02000403000000020004" pitchFamily="2" charset="0"/>
              </a:rPr>
              <a:t>dictionary order</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1AFEAE84-CAE7-68DF-2171-50F8F2651E86}"/>
              </a:ext>
            </a:extLst>
          </p:cNvPr>
          <p:cNvSpPr txBox="1"/>
          <p:nvPr/>
        </p:nvSpPr>
        <p:spPr>
          <a:xfrm>
            <a:off x="4807415" y="228321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ERDNITE$N</a:t>
            </a:r>
          </a:p>
        </p:txBody>
      </p:sp>
      <p:sp>
        <p:nvSpPr>
          <p:cNvPr id="4" name="TextBox 3">
            <a:extLst>
              <a:ext uri="{FF2B5EF4-FFF2-40B4-BE49-F238E27FC236}">
                <a16:creationId xmlns:a16="http://schemas.microsoft.com/office/drawing/2014/main" id="{DB4CC961-C06F-B28B-C016-C355B1A52D16}"/>
              </a:ext>
            </a:extLst>
          </p:cNvPr>
          <p:cNvSpPr txBox="1"/>
          <p:nvPr/>
        </p:nvSpPr>
        <p:spPr>
          <a:xfrm>
            <a:off x="4807415" y="532749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RDNITE$NE</a:t>
            </a:r>
          </a:p>
        </p:txBody>
      </p:sp>
      <p:sp>
        <p:nvSpPr>
          <p:cNvPr id="5" name="TextBox 4">
            <a:extLst>
              <a:ext uri="{FF2B5EF4-FFF2-40B4-BE49-F238E27FC236}">
                <a16:creationId xmlns:a16="http://schemas.microsoft.com/office/drawing/2014/main" id="{81F81BDB-BEFD-3E32-7C54-E1E2F75FC974}"/>
              </a:ext>
            </a:extLst>
          </p:cNvPr>
          <p:cNvSpPr txBox="1"/>
          <p:nvPr/>
        </p:nvSpPr>
        <p:spPr>
          <a:xfrm>
            <a:off x="4807415" y="76107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DNITE$NER</a:t>
            </a:r>
          </a:p>
        </p:txBody>
      </p:sp>
      <p:sp>
        <p:nvSpPr>
          <p:cNvPr id="7" name="TextBox 6">
            <a:extLst>
              <a:ext uri="{FF2B5EF4-FFF2-40B4-BE49-F238E27FC236}">
                <a16:creationId xmlns:a16="http://schemas.microsoft.com/office/drawing/2014/main" id="{CD30F5B9-A218-5C37-D8BF-EAB4E6B65981}"/>
              </a:ext>
            </a:extLst>
          </p:cNvPr>
          <p:cNvSpPr txBox="1"/>
          <p:nvPr/>
        </p:nvSpPr>
        <p:spPr>
          <a:xfrm>
            <a:off x="4807415" y="456642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NITE$NERD</a:t>
            </a:r>
          </a:p>
        </p:txBody>
      </p:sp>
      <p:sp>
        <p:nvSpPr>
          <p:cNvPr id="8" name="TextBox 7">
            <a:extLst>
              <a:ext uri="{FF2B5EF4-FFF2-40B4-BE49-F238E27FC236}">
                <a16:creationId xmlns:a16="http://schemas.microsoft.com/office/drawing/2014/main" id="{2FE15687-4574-F676-AC70-7E9BD7B2F896}"/>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ITE$NERDN</a:t>
            </a:r>
          </a:p>
        </p:txBody>
      </p:sp>
      <p:sp>
        <p:nvSpPr>
          <p:cNvPr id="9" name="TextBox 8">
            <a:extLst>
              <a:ext uri="{FF2B5EF4-FFF2-40B4-BE49-F238E27FC236}">
                <a16:creationId xmlns:a16="http://schemas.microsoft.com/office/drawing/2014/main" id="{4390FD3E-E90C-4395-C195-3DDAA135A46E}"/>
              </a:ext>
            </a:extLst>
          </p:cNvPr>
          <p:cNvSpPr txBox="1"/>
          <p:nvPr/>
        </p:nvSpPr>
        <p:spPr>
          <a:xfrm>
            <a:off x="4807415" y="6088559"/>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TE$NERDNI</a:t>
            </a:r>
          </a:p>
        </p:txBody>
      </p:sp>
      <p:sp>
        <p:nvSpPr>
          <p:cNvPr id="10" name="TextBox 9">
            <a:extLst>
              <a:ext uri="{FF2B5EF4-FFF2-40B4-BE49-F238E27FC236}">
                <a16:creationId xmlns:a16="http://schemas.microsoft.com/office/drawing/2014/main" id="{FF8A70C4-9FF1-7248-641C-E4FD5C567563}"/>
              </a:ext>
            </a:extLst>
          </p:cNvPr>
          <p:cNvSpPr txBox="1"/>
          <p:nvPr/>
        </p:nvSpPr>
        <p:spPr>
          <a:xfrm>
            <a:off x="4807415" y="152214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E$NERDNIT</a:t>
            </a:r>
          </a:p>
        </p:txBody>
      </p:sp>
      <p:sp>
        <p:nvSpPr>
          <p:cNvPr id="11" name="TextBox 10">
            <a:extLst>
              <a:ext uri="{FF2B5EF4-FFF2-40B4-BE49-F238E27FC236}">
                <a16:creationId xmlns:a16="http://schemas.microsoft.com/office/drawing/2014/main" id="{41C08266-28AE-297D-A69D-0778E6FEAFFA}"/>
              </a:ext>
            </a:extLst>
          </p:cNvPr>
          <p:cNvSpPr txBox="1"/>
          <p:nvPr/>
        </p:nvSpPr>
        <p:spPr>
          <a:xfrm>
            <a:off x="4807415" y="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13" name="TextBox 12">
            <a:extLst>
              <a:ext uri="{FF2B5EF4-FFF2-40B4-BE49-F238E27FC236}">
                <a16:creationId xmlns:a16="http://schemas.microsoft.com/office/drawing/2014/main" id="{BBE936F5-96CF-F62B-8C08-C95F7B4EC4F3}"/>
              </a:ext>
            </a:extLst>
          </p:cNvPr>
          <p:cNvSpPr txBox="1"/>
          <p:nvPr/>
        </p:nvSpPr>
        <p:spPr>
          <a:xfrm>
            <a:off x="304800" y="5860159"/>
            <a:ext cx="4712444" cy="830997"/>
          </a:xfrm>
          <a:prstGeom prst="rect">
            <a:avLst/>
          </a:prstGeom>
          <a:noFill/>
        </p:spPr>
        <p:txBody>
          <a:bodyPr wrap="none" rtlCol="0">
            <a:spAutoFit/>
          </a:bodyPr>
          <a:lstStyle/>
          <a:p>
            <a:r>
              <a:rPr lang="en-US" sz="2400" dirty="0">
                <a:latin typeface="Helvetica Neue" panose="02000503000000020004" pitchFamily="2" charset="0"/>
                <a:ea typeface="Helvetica Neue" panose="02000503000000020004" pitchFamily="2" charset="0"/>
                <a:cs typeface="Helvetica Neue" panose="02000503000000020004" pitchFamily="2" charset="0"/>
              </a:rPr>
              <a:t>Note:</a:t>
            </a:r>
          </a:p>
          <a:p>
            <a:r>
              <a:rPr lang="en-US" sz="2400" i="1" dirty="0">
                <a:latin typeface="Helvetica Neue" panose="02000503000000020004" pitchFamily="2" charset="0"/>
                <a:ea typeface="Helvetica Neue" panose="02000503000000020004" pitchFamily="2" charset="0"/>
                <a:cs typeface="Helvetica Neue" panose="02000503000000020004" pitchFamily="2" charset="0"/>
              </a:rPr>
              <a:t>“$” comes before everything else</a:t>
            </a:r>
          </a:p>
        </p:txBody>
      </p:sp>
    </p:spTree>
    <p:extLst>
      <p:ext uri="{BB962C8B-B14F-4D97-AF65-F5344CB8AC3E}">
        <p14:creationId xmlns:p14="http://schemas.microsoft.com/office/powerpoint/2010/main" val="2282173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Char"/>
      </p:transition>
    </mc:Choice>
    <mc:Fallback xmlns="">
      <p:transition spd="slow" advClick="0" advTm="5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0E98-5651-4B9C-45ED-CA2911ACB7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672D7A-5D2F-6E0D-74DD-12EBBD055207}"/>
              </a:ext>
            </a:extLst>
          </p:cNvPr>
          <p:cNvSpPr txBox="1"/>
          <p:nvPr/>
        </p:nvSpPr>
        <p:spPr>
          <a:xfrm>
            <a:off x="4807415" y="380535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
        <p:nvSpPr>
          <p:cNvPr id="2" name="TextBox 1">
            <a:extLst>
              <a:ext uri="{FF2B5EF4-FFF2-40B4-BE49-F238E27FC236}">
                <a16:creationId xmlns:a16="http://schemas.microsoft.com/office/drawing/2014/main" id="{AB501A4C-E615-2134-ADAB-C0D7B2660223}"/>
              </a:ext>
            </a:extLst>
          </p:cNvPr>
          <p:cNvSpPr txBox="1"/>
          <p:nvPr/>
        </p:nvSpPr>
        <p:spPr>
          <a:xfrm>
            <a:off x="171189" y="2505671"/>
            <a:ext cx="4465068" cy="1261884"/>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4:</a:t>
            </a:r>
          </a:p>
          <a:p>
            <a:pPr algn="ctr"/>
            <a:r>
              <a:rPr lang="en-US" sz="3800" i="1" dirty="0">
                <a:solidFill>
                  <a:srgbClr val="212529"/>
                </a:solidFill>
                <a:latin typeface="Helvetica Neue Light" panose="02000403000000020004" pitchFamily="2" charset="0"/>
                <a:ea typeface="Helvetica Neue Light" panose="02000403000000020004" pitchFamily="2" charset="0"/>
              </a:rPr>
              <a:t>Take the last column</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B0226686-5506-8AA5-F356-B5FA65AF5C75}"/>
              </a:ext>
            </a:extLst>
          </p:cNvPr>
          <p:cNvSpPr txBox="1"/>
          <p:nvPr/>
        </p:nvSpPr>
        <p:spPr>
          <a:xfrm>
            <a:off x="4807415" y="228321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ERDNITE$N</a:t>
            </a:r>
          </a:p>
        </p:txBody>
      </p:sp>
      <p:sp>
        <p:nvSpPr>
          <p:cNvPr id="4" name="TextBox 3">
            <a:extLst>
              <a:ext uri="{FF2B5EF4-FFF2-40B4-BE49-F238E27FC236}">
                <a16:creationId xmlns:a16="http://schemas.microsoft.com/office/drawing/2014/main" id="{7B2DCE79-26A0-BFC7-9FC9-81F807AAA27B}"/>
              </a:ext>
            </a:extLst>
          </p:cNvPr>
          <p:cNvSpPr txBox="1"/>
          <p:nvPr/>
        </p:nvSpPr>
        <p:spPr>
          <a:xfrm>
            <a:off x="4807415" y="532749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RDNITE$NE</a:t>
            </a:r>
          </a:p>
        </p:txBody>
      </p:sp>
      <p:sp>
        <p:nvSpPr>
          <p:cNvPr id="5" name="TextBox 4">
            <a:extLst>
              <a:ext uri="{FF2B5EF4-FFF2-40B4-BE49-F238E27FC236}">
                <a16:creationId xmlns:a16="http://schemas.microsoft.com/office/drawing/2014/main" id="{64E95B8A-B5A3-8335-C523-1BFF9DE0FA14}"/>
              </a:ext>
            </a:extLst>
          </p:cNvPr>
          <p:cNvSpPr txBox="1"/>
          <p:nvPr/>
        </p:nvSpPr>
        <p:spPr>
          <a:xfrm>
            <a:off x="4807415" y="76107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DNITE$NER</a:t>
            </a:r>
          </a:p>
        </p:txBody>
      </p:sp>
      <p:sp>
        <p:nvSpPr>
          <p:cNvPr id="7" name="TextBox 6">
            <a:extLst>
              <a:ext uri="{FF2B5EF4-FFF2-40B4-BE49-F238E27FC236}">
                <a16:creationId xmlns:a16="http://schemas.microsoft.com/office/drawing/2014/main" id="{09B7F3C3-BC69-9721-A6E2-259D9BE49F5C}"/>
              </a:ext>
            </a:extLst>
          </p:cNvPr>
          <p:cNvSpPr txBox="1"/>
          <p:nvPr/>
        </p:nvSpPr>
        <p:spPr>
          <a:xfrm>
            <a:off x="4807415" y="456642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NITE$NERD</a:t>
            </a:r>
          </a:p>
        </p:txBody>
      </p:sp>
      <p:sp>
        <p:nvSpPr>
          <p:cNvPr id="8" name="TextBox 7">
            <a:extLst>
              <a:ext uri="{FF2B5EF4-FFF2-40B4-BE49-F238E27FC236}">
                <a16:creationId xmlns:a16="http://schemas.microsoft.com/office/drawing/2014/main" id="{7888B4D0-80C7-D672-8F00-13EA00CEBEB6}"/>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ITE$NERDN</a:t>
            </a:r>
          </a:p>
        </p:txBody>
      </p:sp>
      <p:sp>
        <p:nvSpPr>
          <p:cNvPr id="9" name="TextBox 8">
            <a:extLst>
              <a:ext uri="{FF2B5EF4-FFF2-40B4-BE49-F238E27FC236}">
                <a16:creationId xmlns:a16="http://schemas.microsoft.com/office/drawing/2014/main" id="{A09C6040-D2BF-F822-9B5B-92B300F701C4}"/>
              </a:ext>
            </a:extLst>
          </p:cNvPr>
          <p:cNvSpPr txBox="1"/>
          <p:nvPr/>
        </p:nvSpPr>
        <p:spPr>
          <a:xfrm>
            <a:off x="4807415" y="6088559"/>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TE$NERDNI</a:t>
            </a:r>
          </a:p>
        </p:txBody>
      </p:sp>
      <p:sp>
        <p:nvSpPr>
          <p:cNvPr id="10" name="TextBox 9">
            <a:extLst>
              <a:ext uri="{FF2B5EF4-FFF2-40B4-BE49-F238E27FC236}">
                <a16:creationId xmlns:a16="http://schemas.microsoft.com/office/drawing/2014/main" id="{2C39BC45-C5FE-841A-9782-8FA0D4A67757}"/>
              </a:ext>
            </a:extLst>
          </p:cNvPr>
          <p:cNvSpPr txBox="1"/>
          <p:nvPr/>
        </p:nvSpPr>
        <p:spPr>
          <a:xfrm>
            <a:off x="4807415" y="152214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E$NERDNIT</a:t>
            </a:r>
          </a:p>
        </p:txBody>
      </p:sp>
      <p:sp>
        <p:nvSpPr>
          <p:cNvPr id="11" name="TextBox 10">
            <a:extLst>
              <a:ext uri="{FF2B5EF4-FFF2-40B4-BE49-F238E27FC236}">
                <a16:creationId xmlns:a16="http://schemas.microsoft.com/office/drawing/2014/main" id="{2AAB15E2-BF04-AEAF-C692-C4B3EC4CC906}"/>
              </a:ext>
            </a:extLst>
          </p:cNvPr>
          <p:cNvSpPr txBox="1"/>
          <p:nvPr/>
        </p:nvSpPr>
        <p:spPr>
          <a:xfrm>
            <a:off x="4807415" y="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p>
        </p:txBody>
      </p:sp>
    </p:spTree>
    <p:extLst>
      <p:ext uri="{BB962C8B-B14F-4D97-AF65-F5344CB8AC3E}">
        <p14:creationId xmlns:p14="http://schemas.microsoft.com/office/powerpoint/2010/main" val="2612214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433B-E9F7-4C69-EBB9-DC0BA8F1F99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C2A5017-6D21-5103-526E-BB1357E399ED}"/>
              </a:ext>
            </a:extLst>
          </p:cNvPr>
          <p:cNvSpPr txBox="1"/>
          <p:nvPr/>
        </p:nvSpPr>
        <p:spPr>
          <a:xfrm>
            <a:off x="4807415" y="380535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NERDNITE</a:t>
            </a:r>
            <a:r>
              <a:rPr lang="en-US" sz="4400" b="1" spc="1600" dirty="0">
                <a:solidFill>
                  <a:srgbClr val="212529"/>
                </a:solidFill>
                <a:latin typeface="American Typewriter" panose="02090604020004020304" pitchFamily="18" charset="77"/>
              </a:rPr>
              <a:t>$</a:t>
            </a:r>
          </a:p>
        </p:txBody>
      </p:sp>
      <p:sp>
        <p:nvSpPr>
          <p:cNvPr id="2" name="TextBox 1">
            <a:extLst>
              <a:ext uri="{FF2B5EF4-FFF2-40B4-BE49-F238E27FC236}">
                <a16:creationId xmlns:a16="http://schemas.microsoft.com/office/drawing/2014/main" id="{1795BC23-52C8-2D3F-8D4C-92AFCC16F7B2}"/>
              </a:ext>
            </a:extLst>
          </p:cNvPr>
          <p:cNvSpPr txBox="1"/>
          <p:nvPr/>
        </p:nvSpPr>
        <p:spPr>
          <a:xfrm>
            <a:off x="171189" y="2505671"/>
            <a:ext cx="4465068" cy="1261884"/>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Step 4:</a:t>
            </a:r>
          </a:p>
          <a:p>
            <a:pPr algn="ctr"/>
            <a:r>
              <a:rPr lang="en-US" sz="3800" i="1" dirty="0">
                <a:solidFill>
                  <a:srgbClr val="212529"/>
                </a:solidFill>
                <a:latin typeface="Helvetica Neue Light" panose="02000403000000020004" pitchFamily="2" charset="0"/>
                <a:ea typeface="Helvetica Neue Light" panose="02000403000000020004" pitchFamily="2" charset="0"/>
              </a:rPr>
              <a:t>Take the last column</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946DF759-2BC3-661C-EE18-3DE8DB784B88}"/>
              </a:ext>
            </a:extLst>
          </p:cNvPr>
          <p:cNvSpPr txBox="1"/>
          <p:nvPr/>
        </p:nvSpPr>
        <p:spPr>
          <a:xfrm>
            <a:off x="4807415" y="228321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ERDNITE$</a:t>
            </a:r>
            <a:r>
              <a:rPr lang="en-US" sz="4400" b="1" spc="1600" dirty="0">
                <a:solidFill>
                  <a:srgbClr val="212529"/>
                </a:solidFill>
                <a:latin typeface="American Typewriter" panose="02090604020004020304" pitchFamily="18" charset="77"/>
              </a:rPr>
              <a:t>N</a:t>
            </a:r>
          </a:p>
        </p:txBody>
      </p:sp>
      <p:sp>
        <p:nvSpPr>
          <p:cNvPr id="4" name="TextBox 3">
            <a:extLst>
              <a:ext uri="{FF2B5EF4-FFF2-40B4-BE49-F238E27FC236}">
                <a16:creationId xmlns:a16="http://schemas.microsoft.com/office/drawing/2014/main" id="{CA92C93E-4CEE-81AB-C3D5-4983318A17D4}"/>
              </a:ext>
            </a:extLst>
          </p:cNvPr>
          <p:cNvSpPr txBox="1"/>
          <p:nvPr/>
        </p:nvSpPr>
        <p:spPr>
          <a:xfrm>
            <a:off x="4807415" y="532749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RDNITE$N</a:t>
            </a:r>
            <a:r>
              <a:rPr lang="en-US" sz="4400" b="1" spc="1600" dirty="0">
                <a:solidFill>
                  <a:srgbClr val="212529"/>
                </a:solidFill>
                <a:latin typeface="American Typewriter" panose="02090604020004020304" pitchFamily="18" charset="77"/>
              </a:rPr>
              <a:t>E</a:t>
            </a:r>
          </a:p>
        </p:txBody>
      </p:sp>
      <p:sp>
        <p:nvSpPr>
          <p:cNvPr id="5" name="TextBox 4">
            <a:extLst>
              <a:ext uri="{FF2B5EF4-FFF2-40B4-BE49-F238E27FC236}">
                <a16:creationId xmlns:a16="http://schemas.microsoft.com/office/drawing/2014/main" id="{7FF8AAC2-1000-0A0D-ED7D-8A74058E1DA1}"/>
              </a:ext>
            </a:extLst>
          </p:cNvPr>
          <p:cNvSpPr txBox="1"/>
          <p:nvPr/>
        </p:nvSpPr>
        <p:spPr>
          <a:xfrm>
            <a:off x="4807415" y="76107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DNITE$NE</a:t>
            </a:r>
            <a:r>
              <a:rPr lang="en-US" sz="4400" b="1" spc="1600" dirty="0">
                <a:solidFill>
                  <a:srgbClr val="212529"/>
                </a:solidFill>
                <a:latin typeface="American Typewriter" panose="02090604020004020304" pitchFamily="18" charset="77"/>
              </a:rPr>
              <a:t>R</a:t>
            </a:r>
          </a:p>
        </p:txBody>
      </p:sp>
      <p:sp>
        <p:nvSpPr>
          <p:cNvPr id="7" name="TextBox 6">
            <a:extLst>
              <a:ext uri="{FF2B5EF4-FFF2-40B4-BE49-F238E27FC236}">
                <a16:creationId xmlns:a16="http://schemas.microsoft.com/office/drawing/2014/main" id="{E753C987-7BE2-D904-8302-03423DC4DF33}"/>
              </a:ext>
            </a:extLst>
          </p:cNvPr>
          <p:cNvSpPr txBox="1"/>
          <p:nvPr/>
        </p:nvSpPr>
        <p:spPr>
          <a:xfrm>
            <a:off x="4807415" y="456642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NITE$NER</a:t>
            </a:r>
            <a:r>
              <a:rPr lang="en-US" sz="4400" b="1" spc="1600" dirty="0">
                <a:solidFill>
                  <a:srgbClr val="212529"/>
                </a:solidFill>
                <a:latin typeface="American Typewriter" panose="02090604020004020304" pitchFamily="18" charset="77"/>
              </a:rPr>
              <a:t>D</a:t>
            </a:r>
          </a:p>
        </p:txBody>
      </p:sp>
      <p:sp>
        <p:nvSpPr>
          <p:cNvPr id="8" name="TextBox 7">
            <a:extLst>
              <a:ext uri="{FF2B5EF4-FFF2-40B4-BE49-F238E27FC236}">
                <a16:creationId xmlns:a16="http://schemas.microsoft.com/office/drawing/2014/main" id="{4336B1BF-3B1F-3D7C-14CA-E1BD1654A4EF}"/>
              </a:ext>
            </a:extLst>
          </p:cNvPr>
          <p:cNvSpPr txBox="1"/>
          <p:nvPr/>
        </p:nvSpPr>
        <p:spPr>
          <a:xfrm>
            <a:off x="4807415" y="304428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ITE$NERD</a:t>
            </a:r>
            <a:r>
              <a:rPr lang="en-US" sz="4400" b="1" spc="1600" dirty="0">
                <a:solidFill>
                  <a:srgbClr val="212529"/>
                </a:solidFill>
                <a:latin typeface="American Typewriter" panose="02090604020004020304" pitchFamily="18" charset="77"/>
              </a:rPr>
              <a:t>N</a:t>
            </a:r>
          </a:p>
        </p:txBody>
      </p:sp>
      <p:sp>
        <p:nvSpPr>
          <p:cNvPr id="9" name="TextBox 8">
            <a:extLst>
              <a:ext uri="{FF2B5EF4-FFF2-40B4-BE49-F238E27FC236}">
                <a16:creationId xmlns:a16="http://schemas.microsoft.com/office/drawing/2014/main" id="{5854FA4F-C79A-E4C7-30CD-2360D3EECEC0}"/>
              </a:ext>
            </a:extLst>
          </p:cNvPr>
          <p:cNvSpPr txBox="1"/>
          <p:nvPr/>
        </p:nvSpPr>
        <p:spPr>
          <a:xfrm>
            <a:off x="4807415" y="6088559"/>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TE$NERDN</a:t>
            </a:r>
            <a:r>
              <a:rPr lang="en-US" sz="4400" b="1" spc="1600" dirty="0">
                <a:solidFill>
                  <a:srgbClr val="212529"/>
                </a:solidFill>
                <a:latin typeface="American Typewriter" panose="02090604020004020304" pitchFamily="18" charset="77"/>
              </a:rPr>
              <a:t>I</a:t>
            </a:r>
          </a:p>
        </p:txBody>
      </p:sp>
      <p:sp>
        <p:nvSpPr>
          <p:cNvPr id="10" name="TextBox 9">
            <a:extLst>
              <a:ext uri="{FF2B5EF4-FFF2-40B4-BE49-F238E27FC236}">
                <a16:creationId xmlns:a16="http://schemas.microsoft.com/office/drawing/2014/main" id="{ED608967-1205-78F9-5501-AC34233BA91A}"/>
              </a:ext>
            </a:extLst>
          </p:cNvPr>
          <p:cNvSpPr txBox="1"/>
          <p:nvPr/>
        </p:nvSpPr>
        <p:spPr>
          <a:xfrm>
            <a:off x="4807415" y="152214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E$NERDNI</a:t>
            </a:r>
            <a:r>
              <a:rPr lang="en-US" sz="4400" b="1" spc="1600" dirty="0">
                <a:solidFill>
                  <a:srgbClr val="212529"/>
                </a:solidFill>
                <a:latin typeface="American Typewriter" panose="02090604020004020304" pitchFamily="18" charset="77"/>
              </a:rPr>
              <a:t>T</a:t>
            </a:r>
          </a:p>
        </p:txBody>
      </p:sp>
      <p:sp>
        <p:nvSpPr>
          <p:cNvPr id="11" name="TextBox 10">
            <a:extLst>
              <a:ext uri="{FF2B5EF4-FFF2-40B4-BE49-F238E27FC236}">
                <a16:creationId xmlns:a16="http://schemas.microsoft.com/office/drawing/2014/main" id="{594728F2-015E-137D-B199-F1B5427CB311}"/>
              </a:ext>
            </a:extLst>
          </p:cNvPr>
          <p:cNvSpPr txBox="1"/>
          <p:nvPr/>
        </p:nvSpPr>
        <p:spPr>
          <a:xfrm>
            <a:off x="4807415" y="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$NERDNIT</a:t>
            </a:r>
            <a:r>
              <a:rPr lang="en-US" sz="4400" b="1" spc="1600" dirty="0">
                <a:solidFill>
                  <a:srgbClr val="212529"/>
                </a:solidFill>
                <a:latin typeface="American Typewriter" panose="02090604020004020304" pitchFamily="18" charset="77"/>
              </a:rPr>
              <a:t>E</a:t>
            </a:r>
          </a:p>
        </p:txBody>
      </p:sp>
    </p:spTree>
    <p:extLst>
      <p:ext uri="{BB962C8B-B14F-4D97-AF65-F5344CB8AC3E}">
        <p14:creationId xmlns:p14="http://schemas.microsoft.com/office/powerpoint/2010/main" val="2395747112"/>
      </p:ext>
    </p:extLst>
  </p:cSld>
  <p:clrMapOvr>
    <a:masterClrMapping/>
  </p:clrMapOvr>
  <mc:AlternateContent xmlns:mc="http://schemas.openxmlformats.org/markup-compatibility/2006" xmlns:p159="http://schemas.microsoft.com/office/powerpoint/2015/09/main">
    <mc:Choice Requires="p159">
      <p:transition spd="slow">
        <p159:morph option="byCha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75EC3-3516-8514-DF2E-978F3FE1C94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2C55F72-C460-F988-9249-D7FE2D1B8F2B}"/>
              </a:ext>
            </a:extLst>
          </p:cNvPr>
          <p:cNvSpPr txBox="1"/>
          <p:nvPr/>
        </p:nvSpPr>
        <p:spPr>
          <a:xfrm>
            <a:off x="6353778"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a:t>
            </a:r>
          </a:p>
        </p:txBody>
      </p:sp>
      <p:sp>
        <p:nvSpPr>
          <p:cNvPr id="3" name="TextBox 2">
            <a:extLst>
              <a:ext uri="{FF2B5EF4-FFF2-40B4-BE49-F238E27FC236}">
                <a16:creationId xmlns:a16="http://schemas.microsoft.com/office/drawing/2014/main" id="{61CF06BE-B8D1-3526-EF81-C91E799479E8}"/>
              </a:ext>
            </a:extLst>
          </p:cNvPr>
          <p:cNvSpPr txBox="1"/>
          <p:nvPr/>
        </p:nvSpPr>
        <p:spPr>
          <a:xfrm>
            <a:off x="4977252"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N</a:t>
            </a:r>
          </a:p>
        </p:txBody>
      </p:sp>
      <p:sp>
        <p:nvSpPr>
          <p:cNvPr id="4" name="TextBox 3">
            <a:extLst>
              <a:ext uri="{FF2B5EF4-FFF2-40B4-BE49-F238E27FC236}">
                <a16:creationId xmlns:a16="http://schemas.microsoft.com/office/drawing/2014/main" id="{BFC6AFB6-30BD-AFCB-95CE-F4894E0687BF}"/>
              </a:ext>
            </a:extLst>
          </p:cNvPr>
          <p:cNvSpPr txBox="1"/>
          <p:nvPr/>
        </p:nvSpPr>
        <p:spPr>
          <a:xfrm>
            <a:off x="7730304"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E</a:t>
            </a:r>
          </a:p>
        </p:txBody>
      </p:sp>
      <p:sp>
        <p:nvSpPr>
          <p:cNvPr id="5" name="TextBox 4">
            <a:extLst>
              <a:ext uri="{FF2B5EF4-FFF2-40B4-BE49-F238E27FC236}">
                <a16:creationId xmlns:a16="http://schemas.microsoft.com/office/drawing/2014/main" id="{9EBBA408-B73F-A156-6E01-46EC44AE9916}"/>
              </a:ext>
            </a:extLst>
          </p:cNvPr>
          <p:cNvSpPr txBox="1"/>
          <p:nvPr/>
        </p:nvSpPr>
        <p:spPr>
          <a:xfrm>
            <a:off x="3600726"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R</a:t>
            </a:r>
          </a:p>
        </p:txBody>
      </p:sp>
      <p:sp>
        <p:nvSpPr>
          <p:cNvPr id="7" name="TextBox 6">
            <a:extLst>
              <a:ext uri="{FF2B5EF4-FFF2-40B4-BE49-F238E27FC236}">
                <a16:creationId xmlns:a16="http://schemas.microsoft.com/office/drawing/2014/main" id="{C55AB53D-D80D-E7FC-53AE-1B89D227D6A9}"/>
              </a:ext>
            </a:extLst>
          </p:cNvPr>
          <p:cNvSpPr txBox="1"/>
          <p:nvPr/>
        </p:nvSpPr>
        <p:spPr>
          <a:xfrm>
            <a:off x="7042041"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D</a:t>
            </a:r>
          </a:p>
        </p:txBody>
      </p:sp>
      <p:sp>
        <p:nvSpPr>
          <p:cNvPr id="8" name="TextBox 7">
            <a:extLst>
              <a:ext uri="{FF2B5EF4-FFF2-40B4-BE49-F238E27FC236}">
                <a16:creationId xmlns:a16="http://schemas.microsoft.com/office/drawing/2014/main" id="{0EB4CE3E-A65A-2E85-2165-947A5121538E}"/>
              </a:ext>
            </a:extLst>
          </p:cNvPr>
          <p:cNvSpPr txBox="1"/>
          <p:nvPr/>
        </p:nvSpPr>
        <p:spPr>
          <a:xfrm>
            <a:off x="5665515"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N</a:t>
            </a:r>
          </a:p>
        </p:txBody>
      </p:sp>
      <p:sp>
        <p:nvSpPr>
          <p:cNvPr id="9" name="TextBox 8">
            <a:extLst>
              <a:ext uri="{FF2B5EF4-FFF2-40B4-BE49-F238E27FC236}">
                <a16:creationId xmlns:a16="http://schemas.microsoft.com/office/drawing/2014/main" id="{347FB18B-48BD-2111-1181-5357A79A107D}"/>
              </a:ext>
            </a:extLst>
          </p:cNvPr>
          <p:cNvSpPr txBox="1"/>
          <p:nvPr/>
        </p:nvSpPr>
        <p:spPr>
          <a:xfrm>
            <a:off x="8418563"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I</a:t>
            </a:r>
          </a:p>
        </p:txBody>
      </p:sp>
      <p:sp>
        <p:nvSpPr>
          <p:cNvPr id="10" name="TextBox 9">
            <a:extLst>
              <a:ext uri="{FF2B5EF4-FFF2-40B4-BE49-F238E27FC236}">
                <a16:creationId xmlns:a16="http://schemas.microsoft.com/office/drawing/2014/main" id="{C91F4E67-2BE3-7F76-24B4-5AED1B01900C}"/>
              </a:ext>
            </a:extLst>
          </p:cNvPr>
          <p:cNvSpPr txBox="1"/>
          <p:nvPr/>
        </p:nvSpPr>
        <p:spPr>
          <a:xfrm>
            <a:off x="4288989"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T</a:t>
            </a:r>
          </a:p>
        </p:txBody>
      </p:sp>
      <p:sp>
        <p:nvSpPr>
          <p:cNvPr id="11" name="TextBox 10">
            <a:extLst>
              <a:ext uri="{FF2B5EF4-FFF2-40B4-BE49-F238E27FC236}">
                <a16:creationId xmlns:a16="http://schemas.microsoft.com/office/drawing/2014/main" id="{E00E955B-62F8-CFCD-AE91-BB9E8361742E}"/>
              </a:ext>
            </a:extLst>
          </p:cNvPr>
          <p:cNvSpPr txBox="1"/>
          <p:nvPr/>
        </p:nvSpPr>
        <p:spPr>
          <a:xfrm>
            <a:off x="2912463"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E</a:t>
            </a:r>
          </a:p>
        </p:txBody>
      </p:sp>
    </p:spTree>
    <p:extLst>
      <p:ext uri="{BB962C8B-B14F-4D97-AF65-F5344CB8AC3E}">
        <p14:creationId xmlns:p14="http://schemas.microsoft.com/office/powerpoint/2010/main" val="1073838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3D1BB-7734-6A1F-A06F-6D79C70AC21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13B6559-003C-A23D-16DA-B36432FA244B}"/>
              </a:ext>
            </a:extLst>
          </p:cNvPr>
          <p:cNvSpPr txBox="1"/>
          <p:nvPr/>
        </p:nvSpPr>
        <p:spPr>
          <a:xfrm>
            <a:off x="6353778"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a:t>
            </a:r>
          </a:p>
        </p:txBody>
      </p:sp>
      <p:sp>
        <p:nvSpPr>
          <p:cNvPr id="3" name="TextBox 2">
            <a:extLst>
              <a:ext uri="{FF2B5EF4-FFF2-40B4-BE49-F238E27FC236}">
                <a16:creationId xmlns:a16="http://schemas.microsoft.com/office/drawing/2014/main" id="{3AFB5603-A7E4-F5FD-18CC-956CB90BB25A}"/>
              </a:ext>
            </a:extLst>
          </p:cNvPr>
          <p:cNvSpPr txBox="1"/>
          <p:nvPr/>
        </p:nvSpPr>
        <p:spPr>
          <a:xfrm>
            <a:off x="4977252"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N</a:t>
            </a:r>
          </a:p>
        </p:txBody>
      </p:sp>
      <p:sp>
        <p:nvSpPr>
          <p:cNvPr id="4" name="TextBox 3">
            <a:extLst>
              <a:ext uri="{FF2B5EF4-FFF2-40B4-BE49-F238E27FC236}">
                <a16:creationId xmlns:a16="http://schemas.microsoft.com/office/drawing/2014/main" id="{45B31368-6138-B827-53D2-20BA4893BE84}"/>
              </a:ext>
            </a:extLst>
          </p:cNvPr>
          <p:cNvSpPr txBox="1"/>
          <p:nvPr/>
        </p:nvSpPr>
        <p:spPr>
          <a:xfrm>
            <a:off x="7730304"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E</a:t>
            </a:r>
          </a:p>
        </p:txBody>
      </p:sp>
      <p:sp>
        <p:nvSpPr>
          <p:cNvPr id="5" name="TextBox 4">
            <a:extLst>
              <a:ext uri="{FF2B5EF4-FFF2-40B4-BE49-F238E27FC236}">
                <a16:creationId xmlns:a16="http://schemas.microsoft.com/office/drawing/2014/main" id="{85AC6062-A871-9FD4-728C-B56A0E41B24F}"/>
              </a:ext>
            </a:extLst>
          </p:cNvPr>
          <p:cNvSpPr txBox="1"/>
          <p:nvPr/>
        </p:nvSpPr>
        <p:spPr>
          <a:xfrm>
            <a:off x="3600726"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R</a:t>
            </a:r>
          </a:p>
        </p:txBody>
      </p:sp>
      <p:sp>
        <p:nvSpPr>
          <p:cNvPr id="7" name="TextBox 6">
            <a:extLst>
              <a:ext uri="{FF2B5EF4-FFF2-40B4-BE49-F238E27FC236}">
                <a16:creationId xmlns:a16="http://schemas.microsoft.com/office/drawing/2014/main" id="{75AE933E-EA3D-298F-922D-22CAFE3E774A}"/>
              </a:ext>
            </a:extLst>
          </p:cNvPr>
          <p:cNvSpPr txBox="1"/>
          <p:nvPr/>
        </p:nvSpPr>
        <p:spPr>
          <a:xfrm>
            <a:off x="7042041"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D</a:t>
            </a:r>
          </a:p>
        </p:txBody>
      </p:sp>
      <p:sp>
        <p:nvSpPr>
          <p:cNvPr id="8" name="TextBox 7">
            <a:extLst>
              <a:ext uri="{FF2B5EF4-FFF2-40B4-BE49-F238E27FC236}">
                <a16:creationId xmlns:a16="http://schemas.microsoft.com/office/drawing/2014/main" id="{67D8A578-8E28-B146-1B8F-2AB5C600D928}"/>
              </a:ext>
            </a:extLst>
          </p:cNvPr>
          <p:cNvSpPr txBox="1"/>
          <p:nvPr/>
        </p:nvSpPr>
        <p:spPr>
          <a:xfrm>
            <a:off x="5665515"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N</a:t>
            </a:r>
          </a:p>
        </p:txBody>
      </p:sp>
      <p:sp>
        <p:nvSpPr>
          <p:cNvPr id="9" name="TextBox 8">
            <a:extLst>
              <a:ext uri="{FF2B5EF4-FFF2-40B4-BE49-F238E27FC236}">
                <a16:creationId xmlns:a16="http://schemas.microsoft.com/office/drawing/2014/main" id="{F9840030-D621-6CA8-976C-029BA9ADAACF}"/>
              </a:ext>
            </a:extLst>
          </p:cNvPr>
          <p:cNvSpPr txBox="1"/>
          <p:nvPr/>
        </p:nvSpPr>
        <p:spPr>
          <a:xfrm>
            <a:off x="8418563"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I</a:t>
            </a:r>
          </a:p>
        </p:txBody>
      </p:sp>
      <p:sp>
        <p:nvSpPr>
          <p:cNvPr id="10" name="TextBox 9">
            <a:extLst>
              <a:ext uri="{FF2B5EF4-FFF2-40B4-BE49-F238E27FC236}">
                <a16:creationId xmlns:a16="http://schemas.microsoft.com/office/drawing/2014/main" id="{263B1FE3-1FAF-FD48-EE22-8719DAC780FB}"/>
              </a:ext>
            </a:extLst>
          </p:cNvPr>
          <p:cNvSpPr txBox="1"/>
          <p:nvPr/>
        </p:nvSpPr>
        <p:spPr>
          <a:xfrm>
            <a:off x="4288989"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T</a:t>
            </a:r>
          </a:p>
        </p:txBody>
      </p:sp>
      <p:sp>
        <p:nvSpPr>
          <p:cNvPr id="11" name="TextBox 10">
            <a:extLst>
              <a:ext uri="{FF2B5EF4-FFF2-40B4-BE49-F238E27FC236}">
                <a16:creationId xmlns:a16="http://schemas.microsoft.com/office/drawing/2014/main" id="{8F1EDCFA-A9F2-7DA9-79A9-3F9884B2ABD9}"/>
              </a:ext>
            </a:extLst>
          </p:cNvPr>
          <p:cNvSpPr txBox="1"/>
          <p:nvPr/>
        </p:nvSpPr>
        <p:spPr>
          <a:xfrm>
            <a:off x="2912463" y="3044280"/>
            <a:ext cx="860974" cy="769441"/>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E</a:t>
            </a:r>
          </a:p>
        </p:txBody>
      </p:sp>
      <p:sp>
        <p:nvSpPr>
          <p:cNvPr id="2" name="TextBox 1">
            <a:extLst>
              <a:ext uri="{FF2B5EF4-FFF2-40B4-BE49-F238E27FC236}">
                <a16:creationId xmlns:a16="http://schemas.microsoft.com/office/drawing/2014/main" id="{D7A0B23E-D7F6-40F3-930D-BB3FA1A54C08}"/>
              </a:ext>
            </a:extLst>
          </p:cNvPr>
          <p:cNvSpPr txBox="1"/>
          <p:nvPr/>
        </p:nvSpPr>
        <p:spPr>
          <a:xfrm>
            <a:off x="2359593" y="1981200"/>
            <a:ext cx="7472815" cy="677108"/>
          </a:xfrm>
          <a:prstGeom prst="rect">
            <a:avLst/>
          </a:prstGeom>
          <a:noFill/>
        </p:spPr>
        <p:txBody>
          <a:bodyPr wrap="none" rtlCol="0">
            <a:spAutoFit/>
          </a:bodyPr>
          <a:lstStyle/>
          <a:p>
            <a:pPr algn="ctr"/>
            <a:r>
              <a:rPr lang="en-US" sz="3800" i="1" u="sng" dirty="0">
                <a:solidFill>
                  <a:srgbClr val="212529"/>
                </a:solidFill>
                <a:latin typeface="Helvetica Neue Light" panose="02000403000000020004" pitchFamily="2" charset="0"/>
                <a:ea typeface="Helvetica Neue Light" panose="02000403000000020004" pitchFamily="2" charset="0"/>
              </a:rPr>
              <a:t>Burrows-Wheeler Transform (BWT)</a:t>
            </a:r>
          </a:p>
        </p:txBody>
      </p:sp>
    </p:spTree>
    <p:extLst>
      <p:ext uri="{BB962C8B-B14F-4D97-AF65-F5344CB8AC3E}">
        <p14:creationId xmlns:p14="http://schemas.microsoft.com/office/powerpoint/2010/main" val="3909427481"/>
      </p:ext>
    </p:extLst>
  </p:cSld>
  <p:clrMapOvr>
    <a:masterClrMapping/>
  </p:clrMapOvr>
  <mc:AlternateContent xmlns:mc="http://schemas.openxmlformats.org/markup-compatibility/2006" xmlns:p159="http://schemas.microsoft.com/office/powerpoint/2015/09/main">
    <mc:Choice Requires="p159">
      <p:transition spd="slow" advClick="0" advTm="3000">
        <p159:morph option="byChar"/>
      </p:transition>
    </mc:Choice>
    <mc:Fallback xmlns="">
      <p:transition spd="slow" advClick="0"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14453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BCC0B61-0400-C1B0-A0A7-B80E6A3913C5}"/>
              </a:ext>
            </a:extLst>
          </p:cNvPr>
          <p:cNvSpPr txBox="1">
            <a:spLocks/>
          </p:cNvSpPr>
          <p:nvPr/>
        </p:nvSpPr>
        <p:spPr>
          <a:xfrm>
            <a:off x="2443717" y="990600"/>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8D6A9F"/>
                </a:solidFill>
                <a:latin typeface="American Typewriter" panose="02090604020004020304" pitchFamily="18" charset="77"/>
              </a:rPr>
              <a:t>ABABABAB$</a:t>
            </a:r>
          </a:p>
        </p:txBody>
      </p:sp>
      <p:sp>
        <p:nvSpPr>
          <p:cNvPr id="3" name="Content Placeholder 2">
            <a:extLst>
              <a:ext uri="{FF2B5EF4-FFF2-40B4-BE49-F238E27FC236}">
                <a16:creationId xmlns:a16="http://schemas.microsoft.com/office/drawing/2014/main" id="{50697E54-53B3-FD23-7212-98A4697B411B}"/>
              </a:ext>
            </a:extLst>
          </p:cNvPr>
          <p:cNvSpPr txBox="1">
            <a:spLocks/>
          </p:cNvSpPr>
          <p:nvPr/>
        </p:nvSpPr>
        <p:spPr>
          <a:xfrm>
            <a:off x="2443717" y="1501840"/>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BBBB$AAAA</a:t>
            </a:r>
          </a:p>
        </p:txBody>
      </p:sp>
      <p:sp>
        <p:nvSpPr>
          <p:cNvPr id="4" name="TextBox 3">
            <a:extLst>
              <a:ext uri="{FF2B5EF4-FFF2-40B4-BE49-F238E27FC236}">
                <a16:creationId xmlns:a16="http://schemas.microsoft.com/office/drawing/2014/main" id="{E7AF854F-401F-E21E-2F55-39B575C30CA6}"/>
              </a:ext>
            </a:extLst>
          </p:cNvPr>
          <p:cNvSpPr txBox="1"/>
          <p:nvPr/>
        </p:nvSpPr>
        <p:spPr>
          <a:xfrm>
            <a:off x="2776728" y="2685523"/>
            <a:ext cx="6638544" cy="769441"/>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BANANA$</a:t>
            </a:r>
          </a:p>
        </p:txBody>
      </p:sp>
      <p:sp>
        <p:nvSpPr>
          <p:cNvPr id="5" name="TextBox 4">
            <a:extLst>
              <a:ext uri="{FF2B5EF4-FFF2-40B4-BE49-F238E27FC236}">
                <a16:creationId xmlns:a16="http://schemas.microsoft.com/office/drawing/2014/main" id="{227A23D3-12F8-F7B4-6911-818D039336EB}"/>
              </a:ext>
            </a:extLst>
          </p:cNvPr>
          <p:cNvSpPr txBox="1"/>
          <p:nvPr/>
        </p:nvSpPr>
        <p:spPr>
          <a:xfrm>
            <a:off x="2776728" y="3249468"/>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ANNB$AA</a:t>
            </a:r>
          </a:p>
        </p:txBody>
      </p:sp>
      <p:sp>
        <p:nvSpPr>
          <p:cNvPr id="6" name="TextBox 5">
            <a:extLst>
              <a:ext uri="{FF2B5EF4-FFF2-40B4-BE49-F238E27FC236}">
                <a16:creationId xmlns:a16="http://schemas.microsoft.com/office/drawing/2014/main" id="{04D878DF-1D70-AC54-9E92-BC2AB8381DE4}"/>
              </a:ext>
            </a:extLst>
          </p:cNvPr>
          <p:cNvSpPr txBox="1"/>
          <p:nvPr/>
        </p:nvSpPr>
        <p:spPr>
          <a:xfrm>
            <a:off x="2179608" y="4452996"/>
            <a:ext cx="7832785" cy="769441"/>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ABRACADABRA$</a:t>
            </a:r>
          </a:p>
        </p:txBody>
      </p:sp>
      <p:sp>
        <p:nvSpPr>
          <p:cNvPr id="7" name="TextBox 6">
            <a:extLst>
              <a:ext uri="{FF2B5EF4-FFF2-40B4-BE49-F238E27FC236}">
                <a16:creationId xmlns:a16="http://schemas.microsoft.com/office/drawing/2014/main" id="{94BF496C-125A-85E5-A28A-4C49C39AFF95}"/>
              </a:ext>
            </a:extLst>
          </p:cNvPr>
          <p:cNvSpPr txBox="1"/>
          <p:nvPr/>
        </p:nvSpPr>
        <p:spPr>
          <a:xfrm>
            <a:off x="1916962" y="5048218"/>
            <a:ext cx="8358076"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ARD$RCAAAABB</a:t>
            </a:r>
          </a:p>
        </p:txBody>
      </p:sp>
    </p:spTree>
    <p:extLst>
      <p:ext uri="{BB962C8B-B14F-4D97-AF65-F5344CB8AC3E}">
        <p14:creationId xmlns:p14="http://schemas.microsoft.com/office/powerpoint/2010/main" val="432368813"/>
      </p:ext>
    </p:extLst>
  </p:cSld>
  <p:clrMapOvr>
    <a:masterClrMapping/>
  </p:clrMapOvr>
  <p:transition spd="slow" advClick="0" advTm="15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15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childTnLst>
                          </p:cTn>
                        </p:par>
                        <p:par>
                          <p:cTn id="9" fill="hold">
                            <p:stCondLst>
                              <p:cond delay="2000"/>
                            </p:stCondLst>
                            <p:childTnLst>
                              <p:par>
                                <p:cTn id="10" presetID="1" presetClass="entr" presetSubtype="0" fill="hold" grpId="0" nodeType="afterEffect">
                                  <p:stCondLst>
                                    <p:cond delay="2000"/>
                                  </p:stCondLst>
                                  <p:childTnLst>
                                    <p:set>
                                      <p:cBhvr>
                                        <p:cTn id="11" dur="1" fill="hold">
                                          <p:stCondLst>
                                            <p:cond delay="0"/>
                                          </p:stCondLst>
                                        </p:cTn>
                                        <p:tgtEl>
                                          <p:spTgt spid="4"/>
                                        </p:tgtEl>
                                        <p:attrNameLst>
                                          <p:attrName>style.visibility</p:attrName>
                                        </p:attrNameLst>
                                      </p:cBhvr>
                                      <p:to>
                                        <p:strVal val="visible"/>
                                      </p:to>
                                    </p:set>
                                  </p:childTnLst>
                                </p:cTn>
                              </p:par>
                            </p:childTnLst>
                          </p:cTn>
                        </p:par>
                        <p:par>
                          <p:cTn id="12" fill="hold">
                            <p:stCondLst>
                              <p:cond delay="4000"/>
                            </p:stCondLst>
                            <p:childTnLst>
                              <p:par>
                                <p:cTn id="13" presetID="12" presetClass="entr" presetSubtype="1" fill="hold" grpId="0" nodeType="afterEffect">
                                  <p:stCondLst>
                                    <p:cond delay="15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p:tgtEl>
                                          <p:spTgt spid="5"/>
                                        </p:tgtEl>
                                        <p:attrNameLst>
                                          <p:attrName>ppt_y</p:attrName>
                                        </p:attrNameLst>
                                      </p:cBhvr>
                                      <p:tavLst>
                                        <p:tav tm="0">
                                          <p:val>
                                            <p:strVal val="#ppt_y-#ppt_h*1.125000"/>
                                          </p:val>
                                        </p:tav>
                                        <p:tav tm="100000">
                                          <p:val>
                                            <p:strVal val="#ppt_y"/>
                                          </p:val>
                                        </p:tav>
                                      </p:tavLst>
                                    </p:anim>
                                    <p:animEffect transition="in" filter="wipe(down)">
                                      <p:cBhvr>
                                        <p:cTn id="16" dur="500"/>
                                        <p:tgtEl>
                                          <p:spTgt spid="5"/>
                                        </p:tgtEl>
                                      </p:cBhvr>
                                    </p:animEffect>
                                  </p:childTnLst>
                                </p:cTn>
                              </p:par>
                            </p:childTnLst>
                          </p:cTn>
                        </p:par>
                        <p:par>
                          <p:cTn id="17" fill="hold">
                            <p:stCondLst>
                              <p:cond delay="6000"/>
                            </p:stCondLst>
                            <p:childTnLst>
                              <p:par>
                                <p:cTn id="18" presetID="1" presetClass="entr" presetSubtype="0" fill="hold" grpId="0" nodeType="afterEffect">
                                  <p:stCondLst>
                                    <p:cond delay="2000"/>
                                  </p:stCondLst>
                                  <p:childTnLst>
                                    <p:set>
                                      <p:cBhvr>
                                        <p:cTn id="19" dur="1" fill="hold">
                                          <p:stCondLst>
                                            <p:cond delay="0"/>
                                          </p:stCondLst>
                                        </p:cTn>
                                        <p:tgtEl>
                                          <p:spTgt spid="6"/>
                                        </p:tgtEl>
                                        <p:attrNameLst>
                                          <p:attrName>style.visibility</p:attrName>
                                        </p:attrNameLst>
                                      </p:cBhvr>
                                      <p:to>
                                        <p:strVal val="visible"/>
                                      </p:to>
                                    </p:set>
                                  </p:childTnLst>
                                </p:cTn>
                              </p:par>
                            </p:childTnLst>
                          </p:cTn>
                        </p:par>
                        <p:par>
                          <p:cTn id="20" fill="hold">
                            <p:stCondLst>
                              <p:cond delay="8000"/>
                            </p:stCondLst>
                            <p:childTnLst>
                              <p:par>
                                <p:cTn id="21" presetID="12" presetClass="entr" presetSubtype="1" fill="hold" grpId="0" nodeType="afterEffect">
                                  <p:stCondLst>
                                    <p:cond delay="15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p:tgtEl>
                                          <p:spTgt spid="7"/>
                                        </p:tgtEl>
                                        <p:attrNameLst>
                                          <p:attrName>ppt_y</p:attrName>
                                        </p:attrNameLst>
                                      </p:cBhvr>
                                      <p:tavLst>
                                        <p:tav tm="0">
                                          <p:val>
                                            <p:strVal val="#ppt_y-#ppt_h*1.125000"/>
                                          </p:val>
                                        </p:tav>
                                        <p:tav tm="100000">
                                          <p:val>
                                            <p:strVal val="#ppt_y"/>
                                          </p:val>
                                        </p:tav>
                                      </p:tavLst>
                                    </p:anim>
                                    <p:animEffect transition="in" filter="wipe(down)">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978801"/>
      </p:ext>
    </p:extLst>
  </p:cSld>
  <p:clrMapOvr>
    <a:masterClrMapping/>
  </p:clrMapOvr>
  <p:transition spd="slow" advClick="0" advTm="200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4D1EFB-C78F-4C5B-8CE9-F3AC5E86925D}"/>
              </a:ext>
            </a:extLst>
          </p:cNvPr>
          <p:cNvSpPr txBox="1"/>
          <p:nvPr/>
        </p:nvSpPr>
        <p:spPr>
          <a:xfrm>
            <a:off x="2776728" y="1641906"/>
            <a:ext cx="6638544" cy="769441"/>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BANANA$</a:t>
            </a:r>
          </a:p>
        </p:txBody>
      </p:sp>
      <p:sp>
        <p:nvSpPr>
          <p:cNvPr id="5" name="TextBox 4">
            <a:extLst>
              <a:ext uri="{FF2B5EF4-FFF2-40B4-BE49-F238E27FC236}">
                <a16:creationId xmlns:a16="http://schemas.microsoft.com/office/drawing/2014/main" id="{9AB7B5F9-ABEB-31A0-23D9-DA599DDED9C4}"/>
              </a:ext>
            </a:extLst>
          </p:cNvPr>
          <p:cNvSpPr txBox="1"/>
          <p:nvPr/>
        </p:nvSpPr>
        <p:spPr>
          <a:xfrm>
            <a:off x="2776728" y="2205851"/>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ANNB$AA</a:t>
            </a:r>
          </a:p>
        </p:txBody>
      </p:sp>
      <p:sp>
        <p:nvSpPr>
          <p:cNvPr id="6" name="TextBox 5">
            <a:extLst>
              <a:ext uri="{FF2B5EF4-FFF2-40B4-BE49-F238E27FC236}">
                <a16:creationId xmlns:a16="http://schemas.microsoft.com/office/drawing/2014/main" id="{8219B32C-FE7C-4254-01AD-D19D0825367F}"/>
              </a:ext>
            </a:extLst>
          </p:cNvPr>
          <p:cNvSpPr txBox="1"/>
          <p:nvPr/>
        </p:nvSpPr>
        <p:spPr>
          <a:xfrm>
            <a:off x="2776728" y="3779455"/>
            <a:ext cx="6638544" cy="769441"/>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BANNANA$</a:t>
            </a:r>
          </a:p>
        </p:txBody>
      </p:sp>
      <p:sp>
        <p:nvSpPr>
          <p:cNvPr id="7" name="TextBox 6">
            <a:extLst>
              <a:ext uri="{FF2B5EF4-FFF2-40B4-BE49-F238E27FC236}">
                <a16:creationId xmlns:a16="http://schemas.microsoft.com/office/drawing/2014/main" id="{81F894F6-F987-15EE-1B36-BA8EFA638EC2}"/>
              </a:ext>
            </a:extLst>
          </p:cNvPr>
          <p:cNvSpPr txBox="1"/>
          <p:nvPr/>
        </p:nvSpPr>
        <p:spPr>
          <a:xfrm>
            <a:off x="2776728" y="4343400"/>
            <a:ext cx="663854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ANNB$ANA</a:t>
            </a:r>
          </a:p>
        </p:txBody>
      </p:sp>
    </p:spTree>
    <p:extLst>
      <p:ext uri="{BB962C8B-B14F-4D97-AF65-F5344CB8AC3E}">
        <p14:creationId xmlns:p14="http://schemas.microsoft.com/office/powerpoint/2010/main" val="1658536025"/>
      </p:ext>
    </p:extLst>
  </p:cSld>
  <p:clrMapOvr>
    <a:masterClrMapping/>
  </p:clrMapOvr>
  <mc:AlternateContent xmlns:mc="http://schemas.openxmlformats.org/markup-compatibility/2006" xmlns:p14="http://schemas.microsoft.com/office/powerpoint/2010/main">
    <mc:Choice Requires="p14">
      <p:transition spd="slow" p14:dur="2000" advClick="0" advTm="12000"/>
    </mc:Choice>
    <mc:Fallback xmlns="">
      <p:transition spd="slow" advClick="0" advTm="1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par>
                          <p:cTn id="9" fill="hold">
                            <p:stCondLst>
                              <p:cond delay="2000"/>
                            </p:stCondLst>
                            <p:childTnLst>
                              <p:par>
                                <p:cTn id="10" presetID="1" presetClass="entr" presetSubtype="0" fill="hold" grpId="0" nodeType="afterEffect">
                                  <p:stCondLst>
                                    <p:cond delay="2000"/>
                                  </p:stCondLst>
                                  <p:childTnLst>
                                    <p:set>
                                      <p:cBhvr>
                                        <p:cTn id="11" dur="1" fill="hold">
                                          <p:stCondLst>
                                            <p:cond delay="0"/>
                                          </p:stCondLst>
                                        </p:cTn>
                                        <p:tgtEl>
                                          <p:spTgt spid="6"/>
                                        </p:tgtEl>
                                        <p:attrNameLst>
                                          <p:attrName>style.visibility</p:attrName>
                                        </p:attrNameLst>
                                      </p:cBhvr>
                                      <p:to>
                                        <p:strVal val="visible"/>
                                      </p:to>
                                    </p:set>
                                  </p:childTnLst>
                                </p:cTn>
                              </p:par>
                            </p:childTnLst>
                          </p:cTn>
                        </p:par>
                        <p:par>
                          <p:cTn id="12" fill="hold">
                            <p:stCondLst>
                              <p:cond delay="4000"/>
                            </p:stCondLst>
                            <p:childTnLst>
                              <p:par>
                                <p:cTn id="13" presetID="12" presetClass="entr" presetSubtype="1" fill="hold" grpId="0" nodeType="afterEffect">
                                  <p:stCondLst>
                                    <p:cond delay="1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p:tgtEl>
                                          <p:spTgt spid="7"/>
                                        </p:tgtEl>
                                        <p:attrNameLst>
                                          <p:attrName>ppt_y</p:attrName>
                                        </p:attrNameLst>
                                      </p:cBhvr>
                                      <p:tavLst>
                                        <p:tav tm="0">
                                          <p:val>
                                            <p:strVal val="#ppt_y-#ppt_h*1.125000"/>
                                          </p:val>
                                        </p:tav>
                                        <p:tav tm="100000">
                                          <p:val>
                                            <p:strVal val="#ppt_y"/>
                                          </p:val>
                                        </p:tav>
                                      </p:tavLst>
                                    </p:anim>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111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F141CB1-4F04-E4DC-BCD5-53D4E3F76453}"/>
              </a:ext>
            </a:extLst>
          </p:cNvPr>
          <p:cNvSpPr txBox="1">
            <a:spLocks/>
          </p:cNvSpPr>
          <p:nvPr/>
        </p:nvSpPr>
        <p:spPr>
          <a:xfrm>
            <a:off x="2443717" y="4151721"/>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ABABABAB$</a:t>
            </a:r>
          </a:p>
        </p:txBody>
      </p:sp>
      <p:sp>
        <p:nvSpPr>
          <p:cNvPr id="22" name="Content Placeholder 2">
            <a:extLst>
              <a:ext uri="{FF2B5EF4-FFF2-40B4-BE49-F238E27FC236}">
                <a16:creationId xmlns:a16="http://schemas.microsoft.com/office/drawing/2014/main" id="{EC35F21F-8F4C-B68D-2634-25AC44918CA3}"/>
              </a:ext>
            </a:extLst>
          </p:cNvPr>
          <p:cNvSpPr txBox="1">
            <a:spLocks/>
          </p:cNvSpPr>
          <p:nvPr/>
        </p:nvSpPr>
        <p:spPr>
          <a:xfrm>
            <a:off x="2443717" y="4662961"/>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EFE9E7"/>
                </a:solidFill>
                <a:latin typeface="American Typewriter" panose="02090604020004020304" pitchFamily="18" charset="77"/>
              </a:rPr>
              <a:t>BBBB$AAAA</a:t>
            </a:r>
          </a:p>
        </p:txBody>
      </p:sp>
      <p:sp>
        <p:nvSpPr>
          <p:cNvPr id="43" name="Content Placeholder 2">
            <a:extLst>
              <a:ext uri="{FF2B5EF4-FFF2-40B4-BE49-F238E27FC236}">
                <a16:creationId xmlns:a16="http://schemas.microsoft.com/office/drawing/2014/main" id="{876B9850-BDB2-BC47-CC9B-E1DFEF70FC1C}"/>
              </a:ext>
            </a:extLst>
          </p:cNvPr>
          <p:cNvSpPr txBox="1">
            <a:spLocks/>
          </p:cNvSpPr>
          <p:nvPr/>
        </p:nvSpPr>
        <p:spPr>
          <a:xfrm>
            <a:off x="2443717" y="1445443"/>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AAAAAAAA$</a:t>
            </a:r>
          </a:p>
        </p:txBody>
      </p:sp>
      <p:sp>
        <p:nvSpPr>
          <p:cNvPr id="44" name="Content Placeholder 2">
            <a:extLst>
              <a:ext uri="{FF2B5EF4-FFF2-40B4-BE49-F238E27FC236}">
                <a16:creationId xmlns:a16="http://schemas.microsoft.com/office/drawing/2014/main" id="{6243C38C-5B9C-4925-0AB0-C91AFE8E56B9}"/>
              </a:ext>
            </a:extLst>
          </p:cNvPr>
          <p:cNvSpPr txBox="1">
            <a:spLocks/>
          </p:cNvSpPr>
          <p:nvPr/>
        </p:nvSpPr>
        <p:spPr>
          <a:xfrm>
            <a:off x="2443717" y="1956683"/>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EFE9E7"/>
                </a:solidFill>
                <a:latin typeface="American Typewriter" panose="02090604020004020304" pitchFamily="18" charset="77"/>
              </a:rPr>
              <a:t>AAAAAAAA$</a:t>
            </a:r>
          </a:p>
        </p:txBody>
      </p:sp>
    </p:spTree>
    <p:extLst>
      <p:ext uri="{BB962C8B-B14F-4D97-AF65-F5344CB8AC3E}">
        <p14:creationId xmlns:p14="http://schemas.microsoft.com/office/powerpoint/2010/main" val="386166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up)">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2" grpId="0"/>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09D004-4222-A95F-82DC-8D2E0FF7D89D}"/>
              </a:ext>
            </a:extLst>
          </p:cNvPr>
          <p:cNvSpPr txBox="1"/>
          <p:nvPr/>
        </p:nvSpPr>
        <p:spPr>
          <a:xfrm>
            <a:off x="2993366" y="1680906"/>
            <a:ext cx="6638544" cy="769441"/>
          </a:xfrm>
          <a:prstGeom prst="rect">
            <a:avLst/>
          </a:prstGeom>
          <a:noFill/>
        </p:spPr>
        <p:txBody>
          <a:bodyPr wrap="square">
            <a:spAutoFit/>
          </a:bodyPr>
          <a:lstStyle/>
          <a:p>
            <a:pPr marL="0" indent="0" algn="ctr">
              <a:buNone/>
            </a:pPr>
            <a:r>
              <a:rPr lang="en-US" sz="4400" spc="1600" dirty="0">
                <a:solidFill>
                  <a:srgbClr val="BD632F"/>
                </a:solidFill>
                <a:latin typeface="American Typewriter" panose="02090604020004020304" pitchFamily="18" charset="77"/>
              </a:rPr>
              <a:t>BANANA$</a:t>
            </a:r>
          </a:p>
        </p:txBody>
      </p:sp>
      <p:sp>
        <p:nvSpPr>
          <p:cNvPr id="6" name="TextBox 5">
            <a:extLst>
              <a:ext uri="{FF2B5EF4-FFF2-40B4-BE49-F238E27FC236}">
                <a16:creationId xmlns:a16="http://schemas.microsoft.com/office/drawing/2014/main" id="{0FB7E9E1-56F3-42BB-625F-6E4135DCFB9E}"/>
              </a:ext>
            </a:extLst>
          </p:cNvPr>
          <p:cNvSpPr txBox="1"/>
          <p:nvPr/>
        </p:nvSpPr>
        <p:spPr>
          <a:xfrm>
            <a:off x="2993366" y="2244851"/>
            <a:ext cx="6638544" cy="769441"/>
          </a:xfrm>
          <a:prstGeom prst="rect">
            <a:avLst/>
          </a:prstGeom>
          <a:noFill/>
        </p:spPr>
        <p:txBody>
          <a:bodyPr wrap="square">
            <a:spAutoFit/>
          </a:bodyPr>
          <a:lstStyle/>
          <a:p>
            <a:pPr marL="0" indent="0" algn="ctr">
              <a:buNone/>
            </a:pPr>
            <a:r>
              <a:rPr lang="en-US" sz="4400" spc="1600" dirty="0">
                <a:solidFill>
                  <a:srgbClr val="EFE9E7"/>
                </a:solidFill>
                <a:latin typeface="American Typewriter" panose="02090604020004020304" pitchFamily="18" charset="77"/>
              </a:rPr>
              <a:t>ANNB$AA</a:t>
            </a:r>
          </a:p>
        </p:txBody>
      </p:sp>
      <p:sp>
        <p:nvSpPr>
          <p:cNvPr id="11" name="TextBox 10">
            <a:extLst>
              <a:ext uri="{FF2B5EF4-FFF2-40B4-BE49-F238E27FC236}">
                <a16:creationId xmlns:a16="http://schemas.microsoft.com/office/drawing/2014/main" id="{2912A422-82B8-64B3-DF83-5CBBF85AAE0D}"/>
              </a:ext>
            </a:extLst>
          </p:cNvPr>
          <p:cNvSpPr txBox="1"/>
          <p:nvPr/>
        </p:nvSpPr>
        <p:spPr>
          <a:xfrm>
            <a:off x="2396246" y="3544370"/>
            <a:ext cx="7832785" cy="769441"/>
          </a:xfrm>
          <a:prstGeom prst="rect">
            <a:avLst/>
          </a:prstGeom>
          <a:noFill/>
        </p:spPr>
        <p:txBody>
          <a:bodyPr wrap="square">
            <a:spAutoFit/>
          </a:bodyPr>
          <a:lstStyle/>
          <a:p>
            <a:pPr marL="0" indent="0" algn="ctr">
              <a:buNone/>
            </a:pPr>
            <a:r>
              <a:rPr lang="en-US" sz="4400" spc="1600" dirty="0">
                <a:solidFill>
                  <a:srgbClr val="BD632F"/>
                </a:solidFill>
                <a:latin typeface="American Typewriter" panose="02090604020004020304" pitchFamily="18" charset="77"/>
              </a:rPr>
              <a:t>ABRACADABRA$</a:t>
            </a:r>
          </a:p>
        </p:txBody>
      </p:sp>
      <p:sp>
        <p:nvSpPr>
          <p:cNvPr id="12" name="TextBox 11">
            <a:extLst>
              <a:ext uri="{FF2B5EF4-FFF2-40B4-BE49-F238E27FC236}">
                <a16:creationId xmlns:a16="http://schemas.microsoft.com/office/drawing/2014/main" id="{8DB35C90-B075-88E2-12E9-A46268565100}"/>
              </a:ext>
            </a:extLst>
          </p:cNvPr>
          <p:cNvSpPr txBox="1"/>
          <p:nvPr/>
        </p:nvSpPr>
        <p:spPr>
          <a:xfrm>
            <a:off x="2133600" y="4139592"/>
            <a:ext cx="8358076" cy="769441"/>
          </a:xfrm>
          <a:prstGeom prst="rect">
            <a:avLst/>
          </a:prstGeom>
          <a:noFill/>
        </p:spPr>
        <p:txBody>
          <a:bodyPr wrap="square">
            <a:spAutoFit/>
          </a:bodyPr>
          <a:lstStyle/>
          <a:p>
            <a:pPr marL="0" indent="0" algn="ctr">
              <a:buNone/>
            </a:pPr>
            <a:r>
              <a:rPr lang="en-US" sz="4400" spc="1600" dirty="0">
                <a:solidFill>
                  <a:srgbClr val="EFE9E7"/>
                </a:solidFill>
                <a:latin typeface="American Typewriter" panose="02090604020004020304" pitchFamily="18" charset="77"/>
              </a:rPr>
              <a:t>ARD$RCAAAABB</a:t>
            </a:r>
          </a:p>
        </p:txBody>
      </p:sp>
    </p:spTree>
    <p:extLst>
      <p:ext uri="{BB962C8B-B14F-4D97-AF65-F5344CB8AC3E}">
        <p14:creationId xmlns:p14="http://schemas.microsoft.com/office/powerpoint/2010/main" val="3291745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up)">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7BD6-B4BA-3400-6FC8-8A2E1BFC93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EFE66B-C08E-0088-5E59-50757469BB0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68394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F71CDA4-8F14-87F5-7C4A-0D45FF8F0D56}"/>
              </a:ext>
            </a:extLst>
          </p:cNvPr>
          <p:cNvSpPr txBox="1">
            <a:spLocks/>
          </p:cNvSpPr>
          <p:nvPr/>
        </p:nvSpPr>
        <p:spPr>
          <a:xfrm>
            <a:off x="2443716"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NERDNITE$</a:t>
            </a:r>
          </a:p>
        </p:txBody>
      </p:sp>
    </p:spTree>
    <p:extLst>
      <p:ext uri="{BB962C8B-B14F-4D97-AF65-F5344CB8AC3E}">
        <p14:creationId xmlns:p14="http://schemas.microsoft.com/office/powerpoint/2010/main" val="37740994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0705C-318A-2E35-D1C2-D5218E0CC479}"/>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F8D7908E-A54B-CB72-0DA9-BE5AD438E50D}"/>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216081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4B24C-3315-1981-3DD5-BA96EF7B733F}"/>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F7ED2CC4-3596-3484-B4B2-C0780A90C4BE}"/>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984D5AC4-A24A-F2CE-AE61-283A4A39FD25}"/>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endParaRPr lang="en-US" sz="4400"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B649ACB1-E934-4761-B8F5-CA8342C5EEFB}"/>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endParaRPr lang="en-US" sz="4400"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D03ABBCB-5232-B28E-10E0-91F43F8671DD}"/>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676431D5-8FB2-8959-F19A-7A14B782414E}"/>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p>
        </p:txBody>
      </p:sp>
      <p:sp>
        <p:nvSpPr>
          <p:cNvPr id="7" name="!!NerdNite6">
            <a:extLst>
              <a:ext uri="{FF2B5EF4-FFF2-40B4-BE49-F238E27FC236}">
                <a16:creationId xmlns:a16="http://schemas.microsoft.com/office/drawing/2014/main" id="{4B1B569B-B7B7-3EBE-EFA5-EB40A209569C}"/>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endParaRPr lang="en-US" sz="4400"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D4C42DFA-C09F-196D-251D-41D4BF4D1074}"/>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E740F8AA-257A-DF13-2B32-5AEFBAC8216C}"/>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p>
        </p:txBody>
      </p:sp>
      <p:sp>
        <p:nvSpPr>
          <p:cNvPr id="10" name="!!NerdNite9">
            <a:extLst>
              <a:ext uri="{FF2B5EF4-FFF2-40B4-BE49-F238E27FC236}">
                <a16:creationId xmlns:a16="http://schemas.microsoft.com/office/drawing/2014/main" id="{9AC2C398-140C-6955-02FF-BC2232600381}"/>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 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endParaRPr lang="en-US" sz="4400" spc="1600" dirty="0">
              <a:solidFill>
                <a:srgbClr val="B12B2B"/>
              </a:solidFill>
              <a:latin typeface="American Typewriter" panose="02090604020004020304" pitchFamily="18" charset="77"/>
            </a:endParaRPr>
          </a:p>
        </p:txBody>
      </p:sp>
    </p:spTree>
    <p:extLst>
      <p:ext uri="{BB962C8B-B14F-4D97-AF65-F5344CB8AC3E}">
        <p14:creationId xmlns:p14="http://schemas.microsoft.com/office/powerpoint/2010/main" val="2660312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8000">
        <p159:morph option="byObject"/>
      </p:transition>
    </mc:Choice>
    <mc:Fallback xmlns="">
      <p:transition spd="slow"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grpId="0" nodeType="afterEffect">
                                  <p:stCondLst>
                                    <p:cond delay="5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grpId="0" nodeType="afterEffect">
                                  <p:stCondLst>
                                    <p:cond delay="50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2500"/>
                            </p:stCondLst>
                            <p:childTnLst>
                              <p:par>
                                <p:cTn id="17" presetID="1" presetClass="entr" presetSubtype="0" fill="hold" grpId="0" nodeType="afterEffect">
                                  <p:stCondLst>
                                    <p:cond delay="50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p:stCondLst>
                              <p:cond delay="3000"/>
                            </p:stCondLst>
                            <p:childTnLst>
                              <p:par>
                                <p:cTn id="20" presetID="1" presetClass="entr" presetSubtype="0" fill="hold" grpId="0" nodeType="after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3500"/>
                            </p:stCondLst>
                            <p:childTnLst>
                              <p:par>
                                <p:cTn id="23" presetID="1" presetClass="entr" presetSubtype="0" fill="hold" grpId="0" nodeType="afterEffect">
                                  <p:stCondLst>
                                    <p:cond delay="500"/>
                                  </p:stCondLst>
                                  <p:childTnLst>
                                    <p:set>
                                      <p:cBhvr>
                                        <p:cTn id="24" dur="1" fill="hold">
                                          <p:stCondLst>
                                            <p:cond delay="0"/>
                                          </p:stCondLst>
                                        </p:cTn>
                                        <p:tgtEl>
                                          <p:spTgt spid="9"/>
                                        </p:tgtEl>
                                        <p:attrNameLst>
                                          <p:attrName>style.visibility</p:attrName>
                                        </p:attrNameLst>
                                      </p:cBhvr>
                                      <p:to>
                                        <p:strVal val="visible"/>
                                      </p:to>
                                    </p:set>
                                  </p:childTnLst>
                                </p:cTn>
                              </p:par>
                            </p:childTnLst>
                          </p:cTn>
                        </p:par>
                        <p:par>
                          <p:cTn id="25" fill="hold">
                            <p:stCondLst>
                              <p:cond delay="4000"/>
                            </p:stCondLst>
                            <p:childTnLst>
                              <p:par>
                                <p:cTn id="26" presetID="1" presetClass="entr" presetSubtype="0" fill="hold" grpId="0" nodeType="afterEffect">
                                  <p:stCondLst>
                                    <p:cond delay="50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A6C06-2A90-4650-1D96-10BEFBFAD49E}"/>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09BA7DA8-84E6-63C4-14B6-DD9835DC4238}"/>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795331B7-B458-3F99-58C5-C77C757521F8}"/>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endParaRPr lang="en-US" sz="4400"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405C55B3-8F62-FCD1-8598-D8E754F4A748}"/>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endParaRPr lang="en-US" sz="4400"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60B9CCDD-833E-BC64-C290-2034F9AB6778}"/>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6D65F513-878B-F98F-C7E9-38D9C256CEAB}"/>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p>
        </p:txBody>
      </p:sp>
      <p:sp>
        <p:nvSpPr>
          <p:cNvPr id="7" name="!!NerdNite6">
            <a:extLst>
              <a:ext uri="{FF2B5EF4-FFF2-40B4-BE49-F238E27FC236}">
                <a16:creationId xmlns:a16="http://schemas.microsoft.com/office/drawing/2014/main" id="{4FB2ABEE-4230-ECF0-619E-9219D1213394}"/>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endParaRPr lang="en-US" sz="4400"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5F2341BB-F6C7-76D4-9C13-2259CFF95988}"/>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B5AFB031-F1D2-7A9A-CB0C-093AB8117FCA}"/>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p>
        </p:txBody>
      </p:sp>
      <p:sp>
        <p:nvSpPr>
          <p:cNvPr id="10" name="!!NerdNite9">
            <a:extLst>
              <a:ext uri="{FF2B5EF4-FFF2-40B4-BE49-F238E27FC236}">
                <a16:creationId xmlns:a16="http://schemas.microsoft.com/office/drawing/2014/main" id="{C325CCA4-F493-0B73-5BDA-A9065E95846C}"/>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 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endParaRPr lang="en-US" sz="4400" spc="1600" dirty="0">
              <a:solidFill>
                <a:srgbClr val="B12B2B"/>
              </a:solidFill>
              <a:latin typeface="American Typewriter" panose="02090604020004020304" pitchFamily="18" charset="77"/>
            </a:endParaRPr>
          </a:p>
        </p:txBody>
      </p:sp>
    </p:spTree>
    <p:extLst>
      <p:ext uri="{BB962C8B-B14F-4D97-AF65-F5344CB8AC3E}">
        <p14:creationId xmlns:p14="http://schemas.microsoft.com/office/powerpoint/2010/main" val="125072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FFF4D-942C-D9AB-672D-E2DC7187AC04}"/>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1F27D85C-6A6D-5B78-735F-CAAF36CE30E2}"/>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b="1"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376865F4-E973-4539-0513-3BE9E2DD628B}"/>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EF87F666-A317-34F4-C8A4-7A910D9CA30E}"/>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E56C4DFE-CE40-384D-5E01-F818C336CD0C}"/>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b="1"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245CFE60-7BE9-88D2-B96D-B60C7A266A9F}"/>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a:t>
            </a:r>
            <a:r>
              <a:rPr lang="en-US" sz="4400" b="1"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191A4047-C9EF-8545-F474-1C97C0002263}"/>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511DE71B-7127-78A9-BEF1-7ED90628F9A1}"/>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T</a:t>
            </a:r>
            <a:r>
              <a:rPr lang="en-US" sz="4400" spc="-300" dirty="0">
                <a:solidFill>
                  <a:srgbClr val="B12B2B"/>
                </a:solidFill>
                <a:latin typeface="American Typewriter" panose="02090604020004020304" pitchFamily="18" charset="77"/>
              </a:rPr>
              <a:t>E</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b="1"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B71D643F-6E1A-D954-E9BF-095AEF3ABB26}"/>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a:t>
            </a:r>
            <a:r>
              <a:rPr lang="en-US" sz="4400" b="1"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B0D399DE-FDB4-6102-82A3-DADC7BD9319D}"/>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a:t>
            </a:r>
            <a:r>
              <a:rPr lang="en-US" sz="4400" spc="-300" dirty="0">
                <a:solidFill>
                  <a:srgbClr val="212529"/>
                </a:solidFill>
                <a:latin typeface="American Typewriter" panose="02090604020004020304" pitchFamily="18" charset="77"/>
              </a:rPr>
              <a:t> N</a:t>
            </a:r>
            <a:r>
              <a:rPr lang="en-US" sz="4400" spc="1600" baseline="-25000" dirty="0">
                <a:solidFill>
                  <a:srgbClr val="212529"/>
                </a:solidFill>
                <a:latin typeface="American Typewriter" panose="02090604020004020304" pitchFamily="18" charset="77"/>
              </a:rPr>
              <a:t>1</a:t>
            </a:r>
            <a:r>
              <a:rPr lang="en-US" sz="4400" spc="-300" dirty="0">
                <a:solidFill>
                  <a:srgbClr val="212529"/>
                </a:solidFill>
                <a:latin typeface="American Typewriter" panose="02090604020004020304" pitchFamily="18" charset="77"/>
              </a:rPr>
              <a:t>E</a:t>
            </a:r>
            <a:r>
              <a:rPr lang="en-US" sz="4400"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RD</a:t>
            </a:r>
            <a:r>
              <a:rPr lang="en-US" sz="4400" spc="-300" dirty="0">
                <a:solidFill>
                  <a:srgbClr val="B12B2B"/>
                </a:solidFill>
                <a:latin typeface="American Typewriter" panose="02090604020004020304" pitchFamily="18" charset="77"/>
              </a:rPr>
              <a:t>N</a:t>
            </a:r>
            <a:r>
              <a:rPr lang="en-US" sz="4400"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IT</a:t>
            </a: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Tree>
    <p:extLst>
      <p:ext uri="{BB962C8B-B14F-4D97-AF65-F5344CB8AC3E}">
        <p14:creationId xmlns:p14="http://schemas.microsoft.com/office/powerpoint/2010/main" val="313638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
        <p159:morph option="byChar"/>
      </p:transition>
    </mc:Choice>
    <mc:Fallback xmlns="">
      <p:transition spd="slow" advClick="0" advTm="5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8484-18DA-F60E-E329-DE376A1FFEBC}"/>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6861D709-3367-EC1A-13F7-AFB3D97BECB2}"/>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1575396A-2C7A-EEE0-88F1-8C251C062BDE}"/>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AD3067CC-B37C-130A-9B85-6772C22805D7}"/>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22AAF981-38CB-1A7D-7544-690F2EA0583C}"/>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D</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1DA6CD04-66C2-C0D3-70AE-E2E1DF0DB68F}"/>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F413BEB8-8177-128A-FF4B-F75FC14BA851}"/>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99E49EAB-9DB6-F27A-9224-B81066A96089}"/>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EC890D2E-4880-B562-DF71-795CBE860503}"/>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076A2CBD-FD0A-E0BC-7876-3C5FEC33261E}"/>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Tree>
    <p:extLst>
      <p:ext uri="{BB962C8B-B14F-4D97-AF65-F5344CB8AC3E}">
        <p14:creationId xmlns:p14="http://schemas.microsoft.com/office/powerpoint/2010/main" val="3177847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5CFEC-F1AC-357D-3602-78A3E9B1D9DB}"/>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6A3F24A9-7B6D-9A33-51FC-AF7BCD343B6E}"/>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DF9C436A-354E-F999-686B-0F40855811BB}"/>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58B33E0F-7E28-0DE9-7B94-A81FACE0D4C2}"/>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5BE7B16E-2D95-D43F-A2DC-1BB4E8B9D064}"/>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D</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414B2A41-6A05-AA12-1765-475A3B07521C}"/>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C187E605-297C-8BEA-23CC-EC125FD6A9EB}"/>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845CDDAC-7AC1-E989-7421-660DD23A8CC9}"/>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CF7900E4-DDAB-70AA-B3BA-1E902EE5D142}"/>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149632A2-7730-06BC-54DF-7570BDF6E516}"/>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cxnSp>
        <p:nvCxnSpPr>
          <p:cNvPr id="11" name="Straight Arrow Connector 10">
            <a:extLst>
              <a:ext uri="{FF2B5EF4-FFF2-40B4-BE49-F238E27FC236}">
                <a16:creationId xmlns:a16="http://schemas.microsoft.com/office/drawing/2014/main" id="{620DE218-B5D2-C2CA-529D-F6AAB757F449}"/>
              </a:ext>
            </a:extLst>
          </p:cNvPr>
          <p:cNvCxnSpPr/>
          <p:nvPr/>
        </p:nvCxnSpPr>
        <p:spPr>
          <a:xfrm>
            <a:off x="2590800" y="2667000"/>
            <a:ext cx="1066800" cy="0"/>
          </a:xfrm>
          <a:prstGeom prst="straightConnector1">
            <a:avLst/>
          </a:prstGeom>
          <a:ln w="38100">
            <a:solidFill>
              <a:srgbClr val="212529"/>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C760696-5F2F-F3BE-DF9D-3D86EBC43AEE}"/>
              </a:ext>
            </a:extLst>
          </p:cNvPr>
          <p:cNvCxnSpPr/>
          <p:nvPr/>
        </p:nvCxnSpPr>
        <p:spPr>
          <a:xfrm>
            <a:off x="2590800" y="1905000"/>
            <a:ext cx="1066800" cy="0"/>
          </a:xfrm>
          <a:prstGeom prst="straightConnector1">
            <a:avLst/>
          </a:prstGeom>
          <a:ln w="38100">
            <a:solidFill>
              <a:srgbClr val="B12B2B"/>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3A32494-3CFE-CBC0-D8A9-38CF4E4B0AAF}"/>
              </a:ext>
            </a:extLst>
          </p:cNvPr>
          <p:cNvCxnSpPr>
            <a:cxnSpLocks/>
          </p:cNvCxnSpPr>
          <p:nvPr/>
        </p:nvCxnSpPr>
        <p:spPr>
          <a:xfrm flipH="1">
            <a:off x="8305800" y="5715000"/>
            <a:ext cx="1066800" cy="0"/>
          </a:xfrm>
          <a:prstGeom prst="straightConnector1">
            <a:avLst/>
          </a:prstGeom>
          <a:ln w="38100">
            <a:solidFill>
              <a:srgbClr val="21252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2E33E58-C359-756D-EC31-D9501348A88F}"/>
              </a:ext>
            </a:extLst>
          </p:cNvPr>
          <p:cNvCxnSpPr>
            <a:cxnSpLocks/>
          </p:cNvCxnSpPr>
          <p:nvPr/>
        </p:nvCxnSpPr>
        <p:spPr>
          <a:xfrm flipH="1">
            <a:off x="8305800" y="457200"/>
            <a:ext cx="1066800" cy="0"/>
          </a:xfrm>
          <a:prstGeom prst="straightConnector1">
            <a:avLst/>
          </a:prstGeom>
          <a:ln w="38100">
            <a:solidFill>
              <a:srgbClr val="B12B2B"/>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B1572F0-AF87-1AAF-BB6C-54B969B6086B}"/>
              </a:ext>
            </a:extLst>
          </p:cNvPr>
          <p:cNvSpPr txBox="1"/>
          <p:nvPr/>
        </p:nvSpPr>
        <p:spPr>
          <a:xfrm>
            <a:off x="228600" y="2895518"/>
            <a:ext cx="2058577"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(First column)</a:t>
            </a:r>
          </a:p>
        </p:txBody>
      </p:sp>
      <p:sp>
        <p:nvSpPr>
          <p:cNvPr id="16" name="TextBox 15">
            <a:extLst>
              <a:ext uri="{FF2B5EF4-FFF2-40B4-BE49-F238E27FC236}">
                <a16:creationId xmlns:a16="http://schemas.microsoft.com/office/drawing/2014/main" id="{20A098DF-5752-B062-B8CE-1ED0DD2817DB}"/>
              </a:ext>
            </a:extLst>
          </p:cNvPr>
          <p:cNvSpPr txBox="1"/>
          <p:nvPr/>
        </p:nvSpPr>
        <p:spPr>
          <a:xfrm>
            <a:off x="9748283" y="2895517"/>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Tree>
    <p:extLst>
      <p:ext uri="{BB962C8B-B14F-4D97-AF65-F5344CB8AC3E}">
        <p14:creationId xmlns:p14="http://schemas.microsoft.com/office/powerpoint/2010/main" val="412291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4000">
        <p159:morph option="byChar"/>
      </p:transition>
    </mc:Choice>
    <mc:Fallback xmlns="">
      <p:transition spd="slow" advClick="0" advTm="4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41674-AF0F-179E-3105-D79D4238B3FA}"/>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5C7EF693-88DF-B169-1C29-38E33D30399C}"/>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B7A628E9-57B4-48A5-AE44-EB318C85FD02}"/>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6C80AF55-3EE7-00DB-791C-6CB6C9B73359}"/>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E43CD011-F9E9-80DA-1B43-42B904279135}"/>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D</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4BE80A69-2306-D17F-5BBB-6640C79B5C95}"/>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AC660D98-3B86-C92C-9B45-405134513D20}"/>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38E438EB-61A9-748E-A7C0-F725095BAD51}"/>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84189FED-E327-063D-A980-A62D7D384802}"/>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5F356ADA-FB91-B15A-A296-A7397B21EBC9}"/>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cxnSp>
        <p:nvCxnSpPr>
          <p:cNvPr id="15" name="Straight Arrow Connector 14">
            <a:extLst>
              <a:ext uri="{FF2B5EF4-FFF2-40B4-BE49-F238E27FC236}">
                <a16:creationId xmlns:a16="http://schemas.microsoft.com/office/drawing/2014/main" id="{A2F1E76F-931F-8887-F581-C99EA29EBE98}"/>
              </a:ext>
            </a:extLst>
          </p:cNvPr>
          <p:cNvCxnSpPr/>
          <p:nvPr/>
        </p:nvCxnSpPr>
        <p:spPr>
          <a:xfrm>
            <a:off x="2590800" y="4114800"/>
            <a:ext cx="1066800" cy="0"/>
          </a:xfrm>
          <a:prstGeom prst="straightConnector1">
            <a:avLst/>
          </a:prstGeom>
          <a:ln w="38100">
            <a:solidFill>
              <a:srgbClr val="21252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1061F01-909E-E83E-B244-0336095C767E}"/>
              </a:ext>
            </a:extLst>
          </p:cNvPr>
          <p:cNvCxnSpPr/>
          <p:nvPr/>
        </p:nvCxnSpPr>
        <p:spPr>
          <a:xfrm>
            <a:off x="2590800" y="4876800"/>
            <a:ext cx="1066800" cy="0"/>
          </a:xfrm>
          <a:prstGeom prst="straightConnector1">
            <a:avLst/>
          </a:prstGeom>
          <a:ln w="38100">
            <a:solidFill>
              <a:srgbClr val="B12B2B"/>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0E8550C-1EFE-23D1-AA5A-542ADF6E01B1}"/>
              </a:ext>
            </a:extLst>
          </p:cNvPr>
          <p:cNvCxnSpPr>
            <a:cxnSpLocks/>
          </p:cNvCxnSpPr>
          <p:nvPr/>
        </p:nvCxnSpPr>
        <p:spPr>
          <a:xfrm flipH="1">
            <a:off x="8305800" y="2743200"/>
            <a:ext cx="1066800" cy="0"/>
          </a:xfrm>
          <a:prstGeom prst="straightConnector1">
            <a:avLst/>
          </a:prstGeom>
          <a:ln w="38100">
            <a:solidFill>
              <a:srgbClr val="21252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18BF514-FAA1-E9A4-C4E4-E6C1875A7161}"/>
              </a:ext>
            </a:extLst>
          </p:cNvPr>
          <p:cNvCxnSpPr>
            <a:cxnSpLocks/>
          </p:cNvCxnSpPr>
          <p:nvPr/>
        </p:nvCxnSpPr>
        <p:spPr>
          <a:xfrm flipH="1">
            <a:off x="8305800" y="3505200"/>
            <a:ext cx="1066800" cy="0"/>
          </a:xfrm>
          <a:prstGeom prst="straightConnector1">
            <a:avLst/>
          </a:prstGeom>
          <a:ln w="38100">
            <a:solidFill>
              <a:srgbClr val="B12B2B"/>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AAE84CFC-95AE-B9D8-90BA-D74247303562}"/>
              </a:ext>
            </a:extLst>
          </p:cNvPr>
          <p:cNvSpPr txBox="1"/>
          <p:nvPr/>
        </p:nvSpPr>
        <p:spPr>
          <a:xfrm>
            <a:off x="228600" y="2895518"/>
            <a:ext cx="2058577"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(First column)</a:t>
            </a:r>
          </a:p>
        </p:txBody>
      </p:sp>
      <p:sp>
        <p:nvSpPr>
          <p:cNvPr id="20" name="TextBox 19">
            <a:extLst>
              <a:ext uri="{FF2B5EF4-FFF2-40B4-BE49-F238E27FC236}">
                <a16:creationId xmlns:a16="http://schemas.microsoft.com/office/drawing/2014/main" id="{C913035A-D04D-6E91-5653-26E8D885B7E5}"/>
              </a:ext>
            </a:extLst>
          </p:cNvPr>
          <p:cNvSpPr txBox="1"/>
          <p:nvPr/>
        </p:nvSpPr>
        <p:spPr>
          <a:xfrm>
            <a:off x="9748283" y="2895517"/>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Tree>
    <p:extLst>
      <p:ext uri="{BB962C8B-B14F-4D97-AF65-F5344CB8AC3E}">
        <p14:creationId xmlns:p14="http://schemas.microsoft.com/office/powerpoint/2010/main" val="1547194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4000">
        <p159:morph option="byChar"/>
      </p:transition>
    </mc:Choice>
    <mc:Fallback xmlns="">
      <p:transition spd="slow" advClick="0" advTm="4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188623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3A0B-1528-51E9-1AAE-F186C4A1CED7}"/>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F67D52EB-1D22-D79E-8611-15EB2AA7010E}"/>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DF34E62D-85E8-6C1C-8D60-F0984A7A8817}"/>
              </a:ext>
            </a:extLst>
          </p:cNvPr>
          <p:cNvSpPr txBox="1">
            <a:spLocks/>
          </p:cNvSpPr>
          <p:nvPr/>
        </p:nvSpPr>
        <p:spPr>
          <a:xfrm>
            <a:off x="2443717" y="236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N</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77978DBE-B814-7B5B-231F-5D8483707CFF}"/>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212529"/>
                </a:solidFill>
                <a:latin typeface="American Typewriter" panose="02090604020004020304" pitchFamily="18" charset="77"/>
              </a:rPr>
              <a:t>E</a:t>
            </a:r>
            <a:r>
              <a:rPr lang="en-US" sz="4400" b="1" spc="1600" baseline="-25000" dirty="0">
                <a:solidFill>
                  <a:srgbClr val="212529"/>
                </a:solidFill>
                <a:latin typeface="American Typewriter" panose="02090604020004020304" pitchFamily="18" charset="77"/>
              </a:rPr>
              <a:t>1</a:t>
            </a:r>
            <a:endParaRPr lang="en-US" sz="4400" b="1"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A7F8A3A8-800E-30B0-09D0-03F5AA62F0F3}"/>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D</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1236FE13-5902-E3FF-304B-ECC70F1D7403}"/>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983C1F77-E5C3-A1CE-E695-25696E8E6F0A}"/>
              </a:ext>
            </a:extLst>
          </p:cNvPr>
          <p:cNvSpPr txBox="1">
            <a:spLocks/>
          </p:cNvSpPr>
          <p:nvPr/>
        </p:nvSpPr>
        <p:spPr>
          <a:xfrm>
            <a:off x="2443717" y="3117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N</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6E5554EB-3E5B-AF3C-737F-C8D75FB4CC9F}"/>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0EF661EC-2973-3102-068B-84ED1273E8D2}"/>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B6137BB1-24D1-E1D3-B080-A413C70C22BB}"/>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spc="1600" dirty="0">
                <a:solidFill>
                  <a:srgbClr val="212529"/>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spc="1600" dirty="0">
                <a:solidFill>
                  <a:srgbClr val="B12B2B"/>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r>
              <a:rPr lang="en-US" sz="4400" b="1" spc="-300" dirty="0">
                <a:solidFill>
                  <a:srgbClr val="B12B2B"/>
                </a:solidFill>
                <a:latin typeface="American Typewriter" panose="02090604020004020304" pitchFamily="18" charset="77"/>
              </a:rPr>
              <a:t>E</a:t>
            </a:r>
            <a:r>
              <a:rPr lang="en-US" sz="4400" b="1" spc="1600" baseline="-25000" dirty="0">
                <a:solidFill>
                  <a:srgbClr val="B12B2B"/>
                </a:solidFill>
                <a:latin typeface="American Typewriter" panose="02090604020004020304" pitchFamily="18" charset="77"/>
              </a:rPr>
              <a:t>2</a:t>
            </a:r>
            <a:endParaRPr lang="en-US" sz="4400" b="1" spc="1600" dirty="0">
              <a:solidFill>
                <a:srgbClr val="B12B2B"/>
              </a:solidFill>
              <a:latin typeface="American Typewriter" panose="02090604020004020304" pitchFamily="18" charset="77"/>
            </a:endParaRPr>
          </a:p>
        </p:txBody>
      </p:sp>
      <p:sp>
        <p:nvSpPr>
          <p:cNvPr id="11" name="TextBox 10">
            <a:extLst>
              <a:ext uri="{FF2B5EF4-FFF2-40B4-BE49-F238E27FC236}">
                <a16:creationId xmlns:a16="http://schemas.microsoft.com/office/drawing/2014/main" id="{B380572B-0882-6147-DF26-86A63832109F}"/>
              </a:ext>
            </a:extLst>
          </p:cNvPr>
          <p:cNvSpPr txBox="1"/>
          <p:nvPr/>
        </p:nvSpPr>
        <p:spPr>
          <a:xfrm>
            <a:off x="1414427" y="2895518"/>
            <a:ext cx="2058577"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(First column)</a:t>
            </a:r>
          </a:p>
        </p:txBody>
      </p:sp>
      <p:sp>
        <p:nvSpPr>
          <p:cNvPr id="12" name="TextBox 11">
            <a:extLst>
              <a:ext uri="{FF2B5EF4-FFF2-40B4-BE49-F238E27FC236}">
                <a16:creationId xmlns:a16="http://schemas.microsoft.com/office/drawing/2014/main" id="{4D875D64-8F04-D76E-3DFC-E824AB70CCFB}"/>
              </a:ext>
            </a:extLst>
          </p:cNvPr>
          <p:cNvSpPr txBox="1"/>
          <p:nvPr/>
        </p:nvSpPr>
        <p:spPr>
          <a:xfrm>
            <a:off x="8607395" y="2895517"/>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Tree>
    <p:extLst>
      <p:ext uri="{BB962C8B-B14F-4D97-AF65-F5344CB8AC3E}">
        <p14:creationId xmlns:p14="http://schemas.microsoft.com/office/powerpoint/2010/main" val="306231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Char"/>
      </p:transition>
    </mc:Choice>
    <mc:Fallback xmlns="">
      <p:transition spd="slow" advClick="0" advTm="5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0553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DEB62-0999-A4DC-9CFA-FCBD17AA320F}"/>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A0EC6BBC-9367-9981-0672-21F5867DD1D2}"/>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078B8A23-4C34-FB8C-45C7-464763858445}"/>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-------N</a:t>
            </a:r>
          </a:p>
        </p:txBody>
      </p:sp>
      <p:sp>
        <p:nvSpPr>
          <p:cNvPr id="4" name="!!NerdNite3">
            <a:extLst>
              <a:ext uri="{FF2B5EF4-FFF2-40B4-BE49-F238E27FC236}">
                <a16:creationId xmlns:a16="http://schemas.microsoft.com/office/drawing/2014/main" id="{7BE32346-3FB9-9904-75B4-5FFE6BB74703}"/>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-------E</a:t>
            </a:r>
          </a:p>
        </p:txBody>
      </p:sp>
      <p:sp>
        <p:nvSpPr>
          <p:cNvPr id="5" name="!!NerdNite4">
            <a:extLst>
              <a:ext uri="{FF2B5EF4-FFF2-40B4-BE49-F238E27FC236}">
                <a16:creationId xmlns:a16="http://schemas.microsoft.com/office/drawing/2014/main" id="{5540A0E6-93A9-A031-8740-50BEE51BFCAD}"/>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E1CCCA77-30DD-4177-D023-1C6841BEA5DC}"/>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FDC6528A-577A-A9D4-93DA-392B2AAF6138}"/>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-------N</a:t>
            </a:r>
          </a:p>
        </p:txBody>
      </p:sp>
      <p:sp>
        <p:nvSpPr>
          <p:cNvPr id="8" name="!!NerdNite7">
            <a:extLst>
              <a:ext uri="{FF2B5EF4-FFF2-40B4-BE49-F238E27FC236}">
                <a16:creationId xmlns:a16="http://schemas.microsoft.com/office/drawing/2014/main" id="{7672E7A4-444B-0C1F-3A11-EF605FD16DFD}"/>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0C34EE22-DA90-0393-B441-791C8C817AB2}"/>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D4BF1CDB-CB2A-A88C-1905-427C7E170B98}"/>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-------E</a:t>
            </a:r>
          </a:p>
        </p:txBody>
      </p:sp>
      <p:sp>
        <p:nvSpPr>
          <p:cNvPr id="12" name="TextBox 11">
            <a:extLst>
              <a:ext uri="{FF2B5EF4-FFF2-40B4-BE49-F238E27FC236}">
                <a16:creationId xmlns:a16="http://schemas.microsoft.com/office/drawing/2014/main" id="{F4DB8CDD-A288-3802-FC66-DB14A980DF12}"/>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266743AC-8DA0-6A1A-E5A2-3A580E5EC313}"/>
              </a:ext>
            </a:extLst>
          </p:cNvPr>
          <p:cNvSpPr txBox="1"/>
          <p:nvPr/>
        </p:nvSpPr>
        <p:spPr>
          <a:xfrm>
            <a:off x="9288811" y="2895517"/>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Tree>
    <p:extLst>
      <p:ext uri="{BB962C8B-B14F-4D97-AF65-F5344CB8AC3E}">
        <p14:creationId xmlns:p14="http://schemas.microsoft.com/office/powerpoint/2010/main" val="1556439601"/>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73A1-929E-4F8C-479C-94921342FA54}"/>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D3E6EC95-ED01-17C0-F0FA-7F3A2E5649FB}"/>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ED63C802-6191-3B8E-AA29-1243A1541BE3}"/>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-------N</a:t>
            </a:r>
          </a:p>
        </p:txBody>
      </p:sp>
      <p:sp>
        <p:nvSpPr>
          <p:cNvPr id="4" name="!!NerdNite3">
            <a:extLst>
              <a:ext uri="{FF2B5EF4-FFF2-40B4-BE49-F238E27FC236}">
                <a16:creationId xmlns:a16="http://schemas.microsoft.com/office/drawing/2014/main" id="{2514B1BE-5EA1-F0CF-9BFF-4BB7AE1885C0}"/>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-------E</a:t>
            </a:r>
          </a:p>
        </p:txBody>
      </p:sp>
      <p:sp>
        <p:nvSpPr>
          <p:cNvPr id="5" name="!!NerdNite4">
            <a:extLst>
              <a:ext uri="{FF2B5EF4-FFF2-40B4-BE49-F238E27FC236}">
                <a16:creationId xmlns:a16="http://schemas.microsoft.com/office/drawing/2014/main" id="{84FA77A2-707C-0DC5-7F52-87D6F2C15D0C}"/>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6A462F9F-E4E5-C079-68C2-AAF877473386}"/>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C63D158A-0C98-632B-A210-75C1FA82C452}"/>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-------N</a:t>
            </a:r>
          </a:p>
        </p:txBody>
      </p:sp>
      <p:sp>
        <p:nvSpPr>
          <p:cNvPr id="8" name="!!NerdNite7">
            <a:extLst>
              <a:ext uri="{FF2B5EF4-FFF2-40B4-BE49-F238E27FC236}">
                <a16:creationId xmlns:a16="http://schemas.microsoft.com/office/drawing/2014/main" id="{8A068B2A-D51B-EB2C-8BE8-A8CB7CB9B597}"/>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85B63A48-37B6-38A5-63B4-FE0211B9C345}"/>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423FCE28-C242-C613-400A-B19E147520A3}"/>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-------E</a:t>
            </a:r>
          </a:p>
        </p:txBody>
      </p:sp>
      <p:sp>
        <p:nvSpPr>
          <p:cNvPr id="12" name="TextBox 11">
            <a:extLst>
              <a:ext uri="{FF2B5EF4-FFF2-40B4-BE49-F238E27FC236}">
                <a16:creationId xmlns:a16="http://schemas.microsoft.com/office/drawing/2014/main" id="{000A31DD-EE46-7FF4-81D9-AF6FACB1BC6E}"/>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4F18D176-2FA5-8035-4C47-DD2E442C1976}"/>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796312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55A2A-B69A-333E-8408-959363B3FE52}"/>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CECE53A1-2B7B-33A0-8EAD-B6DB120FE98A}"/>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endParaRPr lang="en-US" sz="4400" spc="1600" dirty="0">
              <a:solidFill>
                <a:srgbClr val="212529"/>
              </a:solidFill>
              <a:latin typeface="American Typewriter" panose="02090604020004020304" pitchFamily="18" charset="77"/>
            </a:endParaRPr>
          </a:p>
        </p:txBody>
      </p:sp>
      <p:sp>
        <p:nvSpPr>
          <p:cNvPr id="3" name="!!NerdNite2">
            <a:extLst>
              <a:ext uri="{FF2B5EF4-FFF2-40B4-BE49-F238E27FC236}">
                <a16:creationId xmlns:a16="http://schemas.microsoft.com/office/drawing/2014/main" id="{7C8A76AF-88F3-F1BA-5E94-06367748159E}"/>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endParaRPr lang="en-US" sz="4400"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C931CFF7-06E2-C27C-6548-2D9E78B68884}"/>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endParaRPr lang="en-US" sz="4400"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0342843F-98C0-714B-5974-25EFC9B30DD7}"/>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endParaRPr lang="en-US" sz="4400" spc="1600" dirty="0">
              <a:solidFill>
                <a:srgbClr val="212529"/>
              </a:solidFill>
              <a:latin typeface="American Typewriter" panose="02090604020004020304" pitchFamily="18" charset="77"/>
            </a:endParaRPr>
          </a:p>
        </p:txBody>
      </p:sp>
      <p:sp>
        <p:nvSpPr>
          <p:cNvPr id="6" name="!!NerdNite5">
            <a:extLst>
              <a:ext uri="{FF2B5EF4-FFF2-40B4-BE49-F238E27FC236}">
                <a16:creationId xmlns:a16="http://schemas.microsoft.com/office/drawing/2014/main" id="{002F7117-ACC2-6236-74DF-E0683A26393D}"/>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endParaRPr lang="en-US" sz="4400" spc="1600" dirty="0">
              <a:solidFill>
                <a:srgbClr val="212529"/>
              </a:solidFill>
              <a:latin typeface="American Typewriter" panose="02090604020004020304" pitchFamily="18" charset="77"/>
            </a:endParaRPr>
          </a:p>
        </p:txBody>
      </p:sp>
      <p:sp>
        <p:nvSpPr>
          <p:cNvPr id="7" name="!!NerdNite6">
            <a:extLst>
              <a:ext uri="{FF2B5EF4-FFF2-40B4-BE49-F238E27FC236}">
                <a16:creationId xmlns:a16="http://schemas.microsoft.com/office/drawing/2014/main" id="{8FB0834B-0A1D-A6EC-37E9-2F1677AD1522}"/>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endParaRPr lang="en-US" sz="4400" spc="1600" dirty="0">
              <a:solidFill>
                <a:srgbClr val="212529"/>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9F52B931-4BE5-5849-8218-89ED4A256724}"/>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endParaRPr lang="en-US" sz="4400" spc="1600" dirty="0">
              <a:solidFill>
                <a:srgbClr val="212529"/>
              </a:solidFill>
              <a:latin typeface="American Typewriter" panose="02090604020004020304" pitchFamily="18" charset="77"/>
            </a:endParaRPr>
          </a:p>
        </p:txBody>
      </p:sp>
      <p:sp>
        <p:nvSpPr>
          <p:cNvPr id="9" name="!!NerdNite8">
            <a:extLst>
              <a:ext uri="{FF2B5EF4-FFF2-40B4-BE49-F238E27FC236}">
                <a16:creationId xmlns:a16="http://schemas.microsoft.com/office/drawing/2014/main" id="{7656B2E3-A6BF-E80E-521F-94F26AB14A18}"/>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endParaRPr lang="en-US" sz="4400" spc="1600" dirty="0">
              <a:solidFill>
                <a:srgbClr val="212529"/>
              </a:solidFill>
              <a:latin typeface="American Typewriter" panose="02090604020004020304" pitchFamily="18" charset="77"/>
            </a:endParaRPr>
          </a:p>
        </p:txBody>
      </p:sp>
      <p:sp>
        <p:nvSpPr>
          <p:cNvPr id="10" name="!!NerdNite9">
            <a:extLst>
              <a:ext uri="{FF2B5EF4-FFF2-40B4-BE49-F238E27FC236}">
                <a16:creationId xmlns:a16="http://schemas.microsoft.com/office/drawing/2014/main" id="{EADE809D-A592-E23B-9BD2-604B78BDB271}"/>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endParaRPr lang="en-US" sz="4400" spc="1600" dirty="0">
              <a:solidFill>
                <a:srgbClr val="212529"/>
              </a:solidFill>
              <a:latin typeface="American Typewriter" panose="02090604020004020304" pitchFamily="18" charset="77"/>
            </a:endParaRPr>
          </a:p>
        </p:txBody>
      </p:sp>
      <p:sp>
        <p:nvSpPr>
          <p:cNvPr id="12" name="TextBox 11">
            <a:extLst>
              <a:ext uri="{FF2B5EF4-FFF2-40B4-BE49-F238E27FC236}">
                <a16:creationId xmlns:a16="http://schemas.microsoft.com/office/drawing/2014/main" id="{D68610BF-9CFB-335C-8B64-0BDE862B820C}"/>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007AF7AE-A85B-696E-961F-743D9385EDE0}"/>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616581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Char"/>
      </p:transition>
    </mc:Choice>
    <mc:Fallback xmlns="">
      <p:transition spd="slow" advClick="0" advTm="3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8175-6BFB-B4A8-166E-2DB956FDB623}"/>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15E0D84D-2AFD-AF2D-3905-6CB3D673AF0E}"/>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5A4BA967-8F71-FF8A-1961-5513DF2AC861}"/>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0CD73BB5-0617-F942-531A-96B94F876E10}"/>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56DC2B7E-95DE-5E84-2067-5DCBAA76797D}"/>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447290C7-4A15-40A7-D460-2F31ED0F4BEA}"/>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DAB2705A-A092-7967-AA6E-B64D32BF1037}"/>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26741654-9E0D-409F-C9B2-D23988806AB4}"/>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6B3C47A6-66F8-2A3C-4442-42D0D5EF895A}"/>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0E356D5D-101B-DA7B-2ED6-14D504D4C0AC}"/>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6B2DB137-6F2F-FD7F-F15D-4DC469988C2E}"/>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245691D3-A01E-29BC-2F97-6774DBC0CF17}"/>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869579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0428F-279C-9DA7-95D9-A551461CE3CC}"/>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1CBE544E-D7FC-035F-D098-3916A684DFAC}"/>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CC2F999F-4474-2D78-14D0-D93F0310738D}"/>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3C3DE9FC-2FD0-53AE-32C5-FD470B6D550C}"/>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0FBFC566-02CC-DEB8-7F1F-7ED9D6E65558}"/>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9F5AB552-41DC-32B1-B3F0-68457865B6BA}"/>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F739D864-E090-40FA-9F50-EAABF7B74E0D}"/>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7D9F7850-4015-CA3E-E6BB-ACCFA31506E2}"/>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B3DE3B11-BF4D-CFCD-C5E7-872BD3115B17}"/>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9AF989A4-D8A8-3343-E5A0-8B007D4E9298}"/>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115C3731-AD0E-B9F6-7656-CE2A2F42F012}"/>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F56C658A-43E5-4B3C-2527-8A2EB937C312}"/>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064563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9BB1-9E37-F42F-B92F-61DBCF81B88D}"/>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CB98C1C8-60BB-AB79-B7A4-0A97FCA681A6}"/>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CFBD5F2B-4806-5D47-B74B-2B67D4D6E0A3}"/>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E28071C2-474C-3E59-423F-EA9761957B1F}"/>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2D14D4F9-F6AF-EB54-C629-F5661092215A}"/>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9A92710F-C1FA-B409-5FC0-0699EB48E716}"/>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C4619758-FC57-C655-1C99-A4D499E7CE46}"/>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EA507664-77F8-0104-56C8-A1DF8B949ED8}"/>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D71821FB-BCB1-D2F9-09EE-7D1733273112}"/>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26F7BB58-09B8-B800-F745-0BBB6AEF6711}"/>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827D8BD9-C013-0EBC-F4EC-40BFFFFBEEFB}"/>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CD5E3D36-B1CA-ACCA-369E-359BAEF065F9}"/>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555881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865C5-0306-178D-095D-C9DC01884D2B}"/>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D3590FCD-EB93-7361-D43B-38031C3DA01D}"/>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06B9B3A2-C14D-0376-120F-60265A49369F}"/>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B332B4AC-5E50-7E9A-018F-437CE70B10E3}"/>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B1FE9C59-7070-4D54-A4CD-9D720BE54BAE}"/>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FDE4D2F5-F94D-5F58-5C85-4C188C5E9396}"/>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51605317-E88E-6D12-19D4-99235CA2A627}"/>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87412BF2-6DE4-4E7E-977A-8C2EB4DCF2D8}"/>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16D558B5-CAAD-1166-2DAC-7408FF171146}"/>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69D76BFA-5583-AE9A-FA1F-714E4985EB0C}"/>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33DDB183-E16C-41D4-3B39-B1AC4598C970}"/>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90E04B10-9B4B-E48C-B11F-83B2CD2DCE7D}"/>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226751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AADE9-59CC-B31C-E09B-6350159CC1A8}"/>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8BDBA692-3B34-E1D9-93BA-C931A2633437}"/>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09F73E29-C68C-2A4A-BBBB-4F196BDFD193}"/>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E8CDC7F1-ED07-943A-CF2C-6E5534389BC1}"/>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5CA3811C-4479-C585-3EC7-62F9A69FD0C4}"/>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59708C4E-3747-A7DD-FD50-FBC0567BA1BE}"/>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6287B715-EE67-0FF5-6273-7C51061C5C86}"/>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6BF5A366-EEFF-7203-2AF3-5E9613536D9C}"/>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C7A8C27B-0418-9312-CEC3-5DE4B850D7A1}"/>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5C5665CF-3014-60C0-D5D8-A4FADD9B9BE3}"/>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374C2EEF-E7DB-2E97-65B0-60D9C7A57C41}"/>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BDC8A99A-509A-AB12-9350-23FBD9845744}"/>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698873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9C383-5480-C987-722A-1C770EE96E97}"/>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51A97413-6426-0D73-5E41-54BCD6D0562C}"/>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40E62269-D9B2-0031-A1B5-D29ACF95E5F0}"/>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A9EBE5FB-6369-7C3A-BE69-ED3ECC9A27F0}"/>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E3C19043-08A9-1416-07E3-76ACF1D4078D}"/>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84C03814-A345-7154-132C-F736207AD6E2}"/>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268A2BD1-70AB-A419-2676-8D3211D358D3}"/>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1FC284D3-1704-7D3D-1AF9-C65DE299B4A2}"/>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97260D0C-EC9F-E711-CF59-A96DB875FEA2}"/>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8024498F-0B7B-D824-A60B-D09757876656}"/>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E703EE1F-7B8D-1855-79C7-0B68282495F9}"/>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17BD61C5-7631-A257-5702-CA6C560D4E6E}"/>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302855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98700-1158-6255-C4A1-4591CCFA9772}"/>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247D74D7-4E64-BAE4-68A2-7B18CC119A25}"/>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7A9BD9FF-2EA5-E285-0632-4FDCCB65F8BB}"/>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4" name="!!NerdNite3">
            <a:extLst>
              <a:ext uri="{FF2B5EF4-FFF2-40B4-BE49-F238E27FC236}">
                <a16:creationId xmlns:a16="http://schemas.microsoft.com/office/drawing/2014/main" id="{75F9212E-FDEE-9A7A-BF8E-71D5DAC9169A}"/>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a:t>
            </a:r>
          </a:p>
        </p:txBody>
      </p:sp>
      <p:sp>
        <p:nvSpPr>
          <p:cNvPr id="5" name="!!NerdNite4">
            <a:extLst>
              <a:ext uri="{FF2B5EF4-FFF2-40B4-BE49-F238E27FC236}">
                <a16:creationId xmlns:a16="http://schemas.microsoft.com/office/drawing/2014/main" id="{4646DBFA-19CB-16B2-A3AF-7737E02B1917}"/>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a:t>
            </a:r>
          </a:p>
        </p:txBody>
      </p:sp>
      <p:sp>
        <p:nvSpPr>
          <p:cNvPr id="6" name="!!NerdNite5">
            <a:extLst>
              <a:ext uri="{FF2B5EF4-FFF2-40B4-BE49-F238E27FC236}">
                <a16:creationId xmlns:a16="http://schemas.microsoft.com/office/drawing/2014/main" id="{791E0D63-9391-1119-564C-8BA09F47F2EA}"/>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7" name="!!NerdNite6">
            <a:extLst>
              <a:ext uri="{FF2B5EF4-FFF2-40B4-BE49-F238E27FC236}">
                <a16:creationId xmlns:a16="http://schemas.microsoft.com/office/drawing/2014/main" id="{DA66A1AA-6E61-8BD3-B1D4-4DB078581380}"/>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a:t>
            </a:r>
          </a:p>
        </p:txBody>
      </p:sp>
      <p:sp>
        <p:nvSpPr>
          <p:cNvPr id="8" name="!!NerdNite7">
            <a:extLst>
              <a:ext uri="{FF2B5EF4-FFF2-40B4-BE49-F238E27FC236}">
                <a16:creationId xmlns:a16="http://schemas.microsoft.com/office/drawing/2014/main" id="{1F4603E0-517A-6413-2C6B-A018A3095589}"/>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a:t>
            </a:r>
          </a:p>
        </p:txBody>
      </p:sp>
      <p:sp>
        <p:nvSpPr>
          <p:cNvPr id="9" name="!!NerdNite8">
            <a:extLst>
              <a:ext uri="{FF2B5EF4-FFF2-40B4-BE49-F238E27FC236}">
                <a16:creationId xmlns:a16="http://schemas.microsoft.com/office/drawing/2014/main" id="{B4ADF726-DCF6-2666-994D-8ACEC608363D}"/>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a:t>
            </a:r>
          </a:p>
        </p:txBody>
      </p:sp>
      <p:sp>
        <p:nvSpPr>
          <p:cNvPr id="10" name="!!NerdNite9">
            <a:extLst>
              <a:ext uri="{FF2B5EF4-FFF2-40B4-BE49-F238E27FC236}">
                <a16:creationId xmlns:a16="http://schemas.microsoft.com/office/drawing/2014/main" id="{68D5E0DB-0A82-CC1E-49DC-B6D57F87EFD2}"/>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a:t>
            </a:r>
          </a:p>
        </p:txBody>
      </p:sp>
      <p:sp>
        <p:nvSpPr>
          <p:cNvPr id="12" name="TextBox 11">
            <a:extLst>
              <a:ext uri="{FF2B5EF4-FFF2-40B4-BE49-F238E27FC236}">
                <a16:creationId xmlns:a16="http://schemas.microsoft.com/office/drawing/2014/main" id="{B81839F5-17E7-FEA7-EFA3-BA3A0B0937D3}"/>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D0DD0A89-4D67-A55E-08F5-7EEDED8EAEF2}"/>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806473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
        <p159:morph option="byChar"/>
      </p:transition>
    </mc:Choice>
    <mc:Fallback xmlns="">
      <p:transition spd="slow" advClick="0" advTm="5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73DC-BCF7-8F19-9922-60BF7954A430}"/>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39A5B8D2-DE5D-3866-B907-9D770AF6004F}"/>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D58D79E9-2868-6D9A-1762-BF7F45FD1F0F}"/>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-------N</a:t>
            </a:r>
          </a:p>
        </p:txBody>
      </p:sp>
      <p:sp>
        <p:nvSpPr>
          <p:cNvPr id="4" name="!!NerdNite3">
            <a:extLst>
              <a:ext uri="{FF2B5EF4-FFF2-40B4-BE49-F238E27FC236}">
                <a16:creationId xmlns:a16="http://schemas.microsoft.com/office/drawing/2014/main" id="{40512C30-9C88-A9BC-F007-05D05B6AAC20}"/>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-------E</a:t>
            </a:r>
          </a:p>
        </p:txBody>
      </p:sp>
      <p:sp>
        <p:nvSpPr>
          <p:cNvPr id="5" name="!!NerdNite4">
            <a:extLst>
              <a:ext uri="{FF2B5EF4-FFF2-40B4-BE49-F238E27FC236}">
                <a16:creationId xmlns:a16="http://schemas.microsoft.com/office/drawing/2014/main" id="{20993F46-6581-C04F-AB31-EFC9270C192F}"/>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3E0A22A6-60D3-2717-454A-2151B6F828A4}"/>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380852F4-C43C-1FE6-2306-2DDC9F2FFF5D}"/>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-------N</a:t>
            </a:r>
          </a:p>
        </p:txBody>
      </p:sp>
      <p:sp>
        <p:nvSpPr>
          <p:cNvPr id="8" name="!!NerdNite7">
            <a:extLst>
              <a:ext uri="{FF2B5EF4-FFF2-40B4-BE49-F238E27FC236}">
                <a16:creationId xmlns:a16="http://schemas.microsoft.com/office/drawing/2014/main" id="{420D002E-8E21-6B29-A0CA-96F2DDBF39BE}"/>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07EF23B5-2F02-E83A-7119-F1E15B383AD3}"/>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276C696D-2713-AA4A-FE7A-A0BB9BA84C4F}"/>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-------E</a:t>
            </a:r>
          </a:p>
        </p:txBody>
      </p:sp>
      <p:sp>
        <p:nvSpPr>
          <p:cNvPr id="12" name="TextBox 11">
            <a:extLst>
              <a:ext uri="{FF2B5EF4-FFF2-40B4-BE49-F238E27FC236}">
                <a16:creationId xmlns:a16="http://schemas.microsoft.com/office/drawing/2014/main" id="{4075C580-B7AE-9E00-63BC-1744EDE076E1}"/>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F02AD31A-00AD-CAFD-0400-5FBC401202EE}"/>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812966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Char"/>
      </p:transition>
    </mc:Choice>
    <mc:Fallback xmlns="">
      <p:transition spd="slow" advClick="0" advTm="30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47160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2E360-AEAB-EA29-235B-25C81B005EEF}"/>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FED24DED-0960-0F35-13B5-C0230857E19D}"/>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65DE4413-EDC4-8E59-6A6E-DCD94AC8D2FE}"/>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-------N</a:t>
            </a:r>
          </a:p>
        </p:txBody>
      </p:sp>
      <p:sp>
        <p:nvSpPr>
          <p:cNvPr id="4" name="!!NerdNite3">
            <a:extLst>
              <a:ext uri="{FF2B5EF4-FFF2-40B4-BE49-F238E27FC236}">
                <a16:creationId xmlns:a16="http://schemas.microsoft.com/office/drawing/2014/main" id="{C1376FF3-7CFB-1584-67B2-7FD978D2EE33}"/>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-------E</a:t>
            </a:r>
          </a:p>
        </p:txBody>
      </p:sp>
      <p:sp>
        <p:nvSpPr>
          <p:cNvPr id="5" name="!!NerdNite4">
            <a:extLst>
              <a:ext uri="{FF2B5EF4-FFF2-40B4-BE49-F238E27FC236}">
                <a16:creationId xmlns:a16="http://schemas.microsoft.com/office/drawing/2014/main" id="{EFCA4D5F-9FFB-7365-8D14-77FB7DF6E8C6}"/>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52A98A20-9F4D-666E-C8E1-9300E3C29AFC}"/>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9277F91E-30A9-0D1A-0F42-F98E6D527311}"/>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-------N</a:t>
            </a:r>
          </a:p>
        </p:txBody>
      </p:sp>
      <p:sp>
        <p:nvSpPr>
          <p:cNvPr id="8" name="!!NerdNite7">
            <a:extLst>
              <a:ext uri="{FF2B5EF4-FFF2-40B4-BE49-F238E27FC236}">
                <a16:creationId xmlns:a16="http://schemas.microsoft.com/office/drawing/2014/main" id="{356D2EFA-E771-69FB-7173-E4B7CD75CBAD}"/>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19F4ABDF-4C7B-0AA3-34D3-C37756BE307B}"/>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1D3ABD7F-C1A0-8192-C45B-6B72887B3C5C}"/>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-------E</a:t>
            </a:r>
          </a:p>
        </p:txBody>
      </p:sp>
      <p:sp>
        <p:nvSpPr>
          <p:cNvPr id="12" name="TextBox 11">
            <a:extLst>
              <a:ext uri="{FF2B5EF4-FFF2-40B4-BE49-F238E27FC236}">
                <a16:creationId xmlns:a16="http://schemas.microsoft.com/office/drawing/2014/main" id="{85108F2D-6260-27B1-418D-E376C1E16A75}"/>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DE0EB419-305B-1BDB-B9AD-7C672152DDC3}"/>
              </a:ext>
            </a:extLst>
          </p:cNvPr>
          <p:cNvSpPr txBox="1"/>
          <p:nvPr/>
        </p:nvSpPr>
        <p:spPr>
          <a:xfrm>
            <a:off x="9288811" y="2895517"/>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Tree>
    <p:extLst>
      <p:ext uri="{BB962C8B-B14F-4D97-AF65-F5344CB8AC3E}">
        <p14:creationId xmlns:p14="http://schemas.microsoft.com/office/powerpoint/2010/main" val="3139580130"/>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BBEB-A7BD-CBD8-7928-DE0C2645AB77}"/>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B81C433D-7A0C-8802-8EB2-18A46BA8ADD5}"/>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DE54DA10-8ECC-A253-AC51-1B6EBEC2C962}"/>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-------N</a:t>
            </a:r>
          </a:p>
        </p:txBody>
      </p:sp>
      <p:sp>
        <p:nvSpPr>
          <p:cNvPr id="4" name="!!NerdNite3">
            <a:extLst>
              <a:ext uri="{FF2B5EF4-FFF2-40B4-BE49-F238E27FC236}">
                <a16:creationId xmlns:a16="http://schemas.microsoft.com/office/drawing/2014/main" id="{D10D85D3-46F5-D6D0-59D5-D161ABE1C399}"/>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-------E</a:t>
            </a:r>
          </a:p>
        </p:txBody>
      </p:sp>
      <p:sp>
        <p:nvSpPr>
          <p:cNvPr id="5" name="!!NerdNite4">
            <a:extLst>
              <a:ext uri="{FF2B5EF4-FFF2-40B4-BE49-F238E27FC236}">
                <a16:creationId xmlns:a16="http://schemas.microsoft.com/office/drawing/2014/main" id="{F5F0D899-ACD0-E2F7-C7FE-C306580CD81E}"/>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12F87D34-869A-9041-9575-E239E1BF894B}"/>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6C45853F-8EFB-88A2-31AE-5BE229A1896A}"/>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-------N</a:t>
            </a:r>
          </a:p>
        </p:txBody>
      </p:sp>
      <p:sp>
        <p:nvSpPr>
          <p:cNvPr id="8" name="!!NerdNite7">
            <a:extLst>
              <a:ext uri="{FF2B5EF4-FFF2-40B4-BE49-F238E27FC236}">
                <a16:creationId xmlns:a16="http://schemas.microsoft.com/office/drawing/2014/main" id="{722F92A2-CD95-860C-4D2F-28DCCD705576}"/>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B49C8344-B6E4-5891-049B-00C0CA86F664}"/>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B5252EBC-A583-3281-2743-3D1F40A23708}"/>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-------E</a:t>
            </a:r>
          </a:p>
        </p:txBody>
      </p:sp>
      <p:sp>
        <p:nvSpPr>
          <p:cNvPr id="12" name="TextBox 11">
            <a:extLst>
              <a:ext uri="{FF2B5EF4-FFF2-40B4-BE49-F238E27FC236}">
                <a16:creationId xmlns:a16="http://schemas.microsoft.com/office/drawing/2014/main" id="{73472043-6DC1-0112-AE9F-2C4A0D454FD8}"/>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1691A94F-0E08-06D9-8D2A-A95A0C5A89C5}"/>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484298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B877D-CD0E-E775-0B96-BB8844EE8C5A}"/>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446C205A-1EF5-A140-8190-89A362F681D7}"/>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a:t>
            </a:r>
            <a:r>
              <a:rPr lang="en-US" sz="4400" spc="1600" dirty="0">
                <a:solidFill>
                  <a:srgbClr val="247BA0"/>
                </a:solidFill>
                <a:latin typeface="American Typewriter" panose="02090604020004020304" pitchFamily="18" charset="77"/>
              </a:rPr>
              <a:t>N</a:t>
            </a:r>
            <a:endParaRPr lang="en-US" sz="4400" spc="1600" dirty="0">
              <a:solidFill>
                <a:srgbClr val="212529"/>
              </a:solidFill>
              <a:latin typeface="American Typewriter" panose="02090604020004020304" pitchFamily="18" charset="77"/>
            </a:endParaRPr>
          </a:p>
        </p:txBody>
      </p:sp>
      <p:sp>
        <p:nvSpPr>
          <p:cNvPr id="3" name="!!NerdNite2">
            <a:extLst>
              <a:ext uri="{FF2B5EF4-FFF2-40B4-BE49-F238E27FC236}">
                <a16:creationId xmlns:a16="http://schemas.microsoft.com/office/drawing/2014/main" id="{43C56E45-CD56-4695-A274-73362FBEFB21}"/>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E</a:t>
            </a:r>
            <a:endParaRPr lang="en-US" sz="4400" spc="1600" dirty="0">
              <a:solidFill>
                <a:srgbClr val="212529"/>
              </a:solidFill>
              <a:latin typeface="American Typewriter" panose="02090604020004020304" pitchFamily="18" charset="77"/>
            </a:endParaRPr>
          </a:p>
        </p:txBody>
      </p:sp>
      <p:sp>
        <p:nvSpPr>
          <p:cNvPr id="4" name="!!NerdNite3">
            <a:extLst>
              <a:ext uri="{FF2B5EF4-FFF2-40B4-BE49-F238E27FC236}">
                <a16:creationId xmlns:a16="http://schemas.microsoft.com/office/drawing/2014/main" id="{73D80A33-474A-E306-E40B-631115030F48}"/>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R</a:t>
            </a:r>
            <a:endParaRPr lang="en-US" sz="4400" spc="1600" dirty="0">
              <a:solidFill>
                <a:srgbClr val="212529"/>
              </a:solidFill>
              <a:latin typeface="American Typewriter" panose="02090604020004020304" pitchFamily="18" charset="77"/>
            </a:endParaRPr>
          </a:p>
        </p:txBody>
      </p:sp>
      <p:sp>
        <p:nvSpPr>
          <p:cNvPr id="5" name="!!NerdNite4">
            <a:extLst>
              <a:ext uri="{FF2B5EF4-FFF2-40B4-BE49-F238E27FC236}">
                <a16:creationId xmlns:a16="http://schemas.microsoft.com/office/drawing/2014/main" id="{56255015-D454-5FA7-2FC6-F7C7ACA80A94}"/>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-------R</a:t>
            </a:r>
            <a:r>
              <a:rPr lang="en-US" sz="4400" spc="1600" dirty="0">
                <a:solidFill>
                  <a:srgbClr val="247BA0"/>
                </a:solidFill>
                <a:latin typeface="American Typewriter" panose="02090604020004020304" pitchFamily="18" charset="77"/>
              </a:rPr>
              <a:t>D</a:t>
            </a:r>
            <a:endParaRPr lang="en-US" sz="4400" spc="1600" dirty="0">
              <a:solidFill>
                <a:srgbClr val="212529"/>
              </a:solidFill>
              <a:latin typeface="American Typewriter" panose="02090604020004020304" pitchFamily="18" charset="77"/>
            </a:endParaRPr>
          </a:p>
        </p:txBody>
      </p:sp>
      <p:sp>
        <p:nvSpPr>
          <p:cNvPr id="6" name="!!NerdNite5">
            <a:extLst>
              <a:ext uri="{FF2B5EF4-FFF2-40B4-BE49-F238E27FC236}">
                <a16:creationId xmlns:a16="http://schemas.microsoft.com/office/drawing/2014/main" id="{8D6E812D-692F-D463-8802-0D93AF5537C7}"/>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-------D</a:t>
            </a:r>
            <a:r>
              <a:rPr lang="en-US" sz="4400" spc="1600" dirty="0">
                <a:solidFill>
                  <a:srgbClr val="247BA0"/>
                </a:solidFill>
                <a:latin typeface="American Typewriter" panose="02090604020004020304" pitchFamily="18" charset="77"/>
              </a:rPr>
              <a:t>N</a:t>
            </a:r>
            <a:endParaRPr lang="en-US" sz="4400" spc="1600" dirty="0">
              <a:solidFill>
                <a:srgbClr val="212529"/>
              </a:solidFill>
              <a:latin typeface="American Typewriter" panose="02090604020004020304" pitchFamily="18" charset="77"/>
            </a:endParaRPr>
          </a:p>
        </p:txBody>
      </p:sp>
      <p:sp>
        <p:nvSpPr>
          <p:cNvPr id="7" name="!!NerdNite6">
            <a:extLst>
              <a:ext uri="{FF2B5EF4-FFF2-40B4-BE49-F238E27FC236}">
                <a16:creationId xmlns:a16="http://schemas.microsoft.com/office/drawing/2014/main" id="{924805DF-D097-2875-7848-86C6EF8DE3EA}"/>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-------N</a:t>
            </a:r>
            <a:r>
              <a:rPr lang="en-US" sz="4400" spc="1600" dirty="0">
                <a:solidFill>
                  <a:srgbClr val="247BA0"/>
                </a:solidFill>
                <a:latin typeface="American Typewriter" panose="02090604020004020304" pitchFamily="18" charset="77"/>
              </a:rPr>
              <a:t>I</a:t>
            </a:r>
            <a:endParaRPr lang="en-US" sz="4400" spc="1600" dirty="0">
              <a:solidFill>
                <a:srgbClr val="212529"/>
              </a:solidFill>
              <a:latin typeface="American Typewriter" panose="02090604020004020304" pitchFamily="18" charset="77"/>
            </a:endParaRPr>
          </a:p>
        </p:txBody>
      </p:sp>
      <p:sp>
        <p:nvSpPr>
          <p:cNvPr id="8" name="!!NerdNite7">
            <a:extLst>
              <a:ext uri="{FF2B5EF4-FFF2-40B4-BE49-F238E27FC236}">
                <a16:creationId xmlns:a16="http://schemas.microsoft.com/office/drawing/2014/main" id="{CEC8B2BA-5109-C111-CD0D-44813EE0E6E3}"/>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-------I</a:t>
            </a:r>
            <a:r>
              <a:rPr lang="en-US" sz="4400" spc="1600" dirty="0">
                <a:solidFill>
                  <a:srgbClr val="247BA0"/>
                </a:solidFill>
                <a:latin typeface="American Typewriter" panose="02090604020004020304" pitchFamily="18" charset="77"/>
              </a:rPr>
              <a:t>T</a:t>
            </a:r>
            <a:endParaRPr lang="en-US" sz="4400" spc="1600" dirty="0">
              <a:solidFill>
                <a:srgbClr val="212529"/>
              </a:solidFill>
              <a:latin typeface="American Typewriter" panose="02090604020004020304" pitchFamily="18" charset="77"/>
            </a:endParaRPr>
          </a:p>
        </p:txBody>
      </p:sp>
      <p:sp>
        <p:nvSpPr>
          <p:cNvPr id="9" name="!!NerdNite8">
            <a:extLst>
              <a:ext uri="{FF2B5EF4-FFF2-40B4-BE49-F238E27FC236}">
                <a16:creationId xmlns:a16="http://schemas.microsoft.com/office/drawing/2014/main" id="{8F6F1B86-9464-4E44-F589-BA08F7F3B10D}"/>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-------T</a:t>
            </a:r>
            <a:r>
              <a:rPr lang="en-US" sz="4400" spc="1600" dirty="0">
                <a:solidFill>
                  <a:srgbClr val="247BA0"/>
                </a:solidFill>
                <a:latin typeface="American Typewriter" panose="02090604020004020304" pitchFamily="18" charset="77"/>
              </a:rPr>
              <a:t>E</a:t>
            </a:r>
            <a:endParaRPr lang="en-US" sz="4400" spc="1600" dirty="0">
              <a:solidFill>
                <a:srgbClr val="212529"/>
              </a:solidFill>
              <a:latin typeface="American Typewriter" panose="02090604020004020304" pitchFamily="18" charset="77"/>
            </a:endParaRPr>
          </a:p>
        </p:txBody>
      </p:sp>
      <p:sp>
        <p:nvSpPr>
          <p:cNvPr id="10" name="!!NerdNite9">
            <a:extLst>
              <a:ext uri="{FF2B5EF4-FFF2-40B4-BE49-F238E27FC236}">
                <a16:creationId xmlns:a16="http://schemas.microsoft.com/office/drawing/2014/main" id="{631961CE-F121-DED7-745D-2520B4B6A9CD}"/>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12529"/>
                </a:solidFill>
                <a:latin typeface="American Typewriter" panose="02090604020004020304" pitchFamily="18" charset="77"/>
              </a:rPr>
              <a:t>-------E</a:t>
            </a:r>
            <a:r>
              <a:rPr lang="en-US" sz="4400" spc="1600" dirty="0">
                <a:solidFill>
                  <a:srgbClr val="247BA0"/>
                </a:solidFill>
                <a:latin typeface="American Typewriter" panose="02090604020004020304" pitchFamily="18" charset="77"/>
              </a:rPr>
              <a:t>$</a:t>
            </a:r>
            <a:endParaRPr lang="en-US" sz="4400" spc="1600" dirty="0">
              <a:solidFill>
                <a:srgbClr val="212529"/>
              </a:solidFill>
              <a:latin typeface="American Typewriter" panose="02090604020004020304" pitchFamily="18" charset="77"/>
            </a:endParaRPr>
          </a:p>
        </p:txBody>
      </p:sp>
      <p:sp>
        <p:nvSpPr>
          <p:cNvPr id="12" name="TextBox 11">
            <a:extLst>
              <a:ext uri="{FF2B5EF4-FFF2-40B4-BE49-F238E27FC236}">
                <a16:creationId xmlns:a16="http://schemas.microsoft.com/office/drawing/2014/main" id="{E12FCBAA-AC3F-8E44-ADEF-9598E89E7F21}"/>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BEA302C9-2DAA-7272-831B-7E26D30392E6}"/>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961672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Char"/>
      </p:transition>
    </mc:Choice>
    <mc:Fallback xmlns="">
      <p:transition spd="slow" advClick="0" advTm="300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6A505-40C5-4380-59A2-436B7CD79A9B}"/>
            </a:ext>
          </a:extLst>
        </p:cNvPr>
        <p:cNvGrpSpPr/>
        <p:nvPr/>
      </p:nvGrpSpPr>
      <p:grpSpPr>
        <a:xfrm>
          <a:off x="0" y="0"/>
          <a:ext cx="0" cy="0"/>
          <a:chOff x="0" y="0"/>
          <a:chExt cx="0" cy="0"/>
        </a:xfrm>
      </p:grpSpPr>
      <p:sp>
        <p:nvSpPr>
          <p:cNvPr id="2" name="!!NerdNite1">
            <a:extLst>
              <a:ext uri="{FF2B5EF4-FFF2-40B4-BE49-F238E27FC236}">
                <a16:creationId xmlns:a16="http://schemas.microsoft.com/office/drawing/2014/main" id="{EE5E975B-F106-CEE4-9C44-8073DB4214A8}"/>
              </a:ext>
            </a:extLst>
          </p:cNvPr>
          <p:cNvSpPr txBox="1">
            <a:spLocks/>
          </p:cNvSpPr>
          <p:nvPr/>
        </p:nvSpPr>
        <p:spPr>
          <a:xfrm>
            <a:off x="2443717" y="386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a:t>
            </a:r>
          </a:p>
        </p:txBody>
      </p:sp>
      <p:sp>
        <p:nvSpPr>
          <p:cNvPr id="3" name="!!NerdNite2">
            <a:extLst>
              <a:ext uri="{FF2B5EF4-FFF2-40B4-BE49-F238E27FC236}">
                <a16:creationId xmlns:a16="http://schemas.microsoft.com/office/drawing/2014/main" id="{87B0F2E2-DFBE-8EF6-F7A8-C182451DD5E3}"/>
              </a:ext>
            </a:extLst>
          </p:cNvPr>
          <p:cNvSpPr txBox="1">
            <a:spLocks/>
          </p:cNvSpPr>
          <p:nvPr/>
        </p:nvSpPr>
        <p:spPr>
          <a:xfrm>
            <a:off x="2443717" y="2369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-------N</a:t>
            </a:r>
          </a:p>
        </p:txBody>
      </p:sp>
      <p:sp>
        <p:nvSpPr>
          <p:cNvPr id="4" name="!!NerdNite3">
            <a:extLst>
              <a:ext uri="{FF2B5EF4-FFF2-40B4-BE49-F238E27FC236}">
                <a16:creationId xmlns:a16="http://schemas.microsoft.com/office/drawing/2014/main" id="{E265692B-9433-B45D-DDB6-682E3E3F3FD7}"/>
              </a:ext>
            </a:extLst>
          </p:cNvPr>
          <p:cNvSpPr txBox="1">
            <a:spLocks/>
          </p:cNvSpPr>
          <p:nvPr/>
        </p:nvSpPr>
        <p:spPr>
          <a:xfrm>
            <a:off x="2443717" y="536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R</a:t>
            </a:r>
            <a:r>
              <a:rPr lang="en-US" sz="4400" spc="1600" dirty="0">
                <a:solidFill>
                  <a:srgbClr val="212529"/>
                </a:solidFill>
                <a:latin typeface="American Typewriter" panose="02090604020004020304" pitchFamily="18" charset="77"/>
              </a:rPr>
              <a:t>-------E</a:t>
            </a:r>
          </a:p>
        </p:txBody>
      </p:sp>
      <p:sp>
        <p:nvSpPr>
          <p:cNvPr id="5" name="!!NerdNite4">
            <a:extLst>
              <a:ext uri="{FF2B5EF4-FFF2-40B4-BE49-F238E27FC236}">
                <a16:creationId xmlns:a16="http://schemas.microsoft.com/office/drawing/2014/main" id="{76FC0461-E1E7-6A5B-2AF7-36503DC5A012}"/>
              </a:ext>
            </a:extLst>
          </p:cNvPr>
          <p:cNvSpPr txBox="1">
            <a:spLocks/>
          </p:cNvSpPr>
          <p:nvPr/>
        </p:nvSpPr>
        <p:spPr>
          <a:xfrm>
            <a:off x="2443717" y="87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D</a:t>
            </a:r>
            <a:r>
              <a:rPr lang="en-US" sz="4400" spc="1600" dirty="0">
                <a:solidFill>
                  <a:srgbClr val="212529"/>
                </a:solidFill>
                <a:latin typeface="American Typewriter" panose="02090604020004020304" pitchFamily="18" charset="77"/>
              </a:rPr>
              <a:t>-------R</a:t>
            </a:r>
          </a:p>
        </p:txBody>
      </p:sp>
      <p:sp>
        <p:nvSpPr>
          <p:cNvPr id="6" name="!!NerdNite5">
            <a:extLst>
              <a:ext uri="{FF2B5EF4-FFF2-40B4-BE49-F238E27FC236}">
                <a16:creationId xmlns:a16="http://schemas.microsoft.com/office/drawing/2014/main" id="{D40E4008-F66F-DC16-18F3-C2855C8FFAAD}"/>
              </a:ext>
            </a:extLst>
          </p:cNvPr>
          <p:cNvSpPr txBox="1">
            <a:spLocks/>
          </p:cNvSpPr>
          <p:nvPr/>
        </p:nvSpPr>
        <p:spPr>
          <a:xfrm>
            <a:off x="2443717" y="4613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-------D</a:t>
            </a:r>
          </a:p>
        </p:txBody>
      </p:sp>
      <p:sp>
        <p:nvSpPr>
          <p:cNvPr id="7" name="!!NerdNite6">
            <a:extLst>
              <a:ext uri="{FF2B5EF4-FFF2-40B4-BE49-F238E27FC236}">
                <a16:creationId xmlns:a16="http://schemas.microsoft.com/office/drawing/2014/main" id="{F2BC6C35-CBB4-42AD-8FD5-F438B1820BED}"/>
              </a:ext>
            </a:extLst>
          </p:cNvPr>
          <p:cNvSpPr txBox="1">
            <a:spLocks/>
          </p:cNvSpPr>
          <p:nvPr/>
        </p:nvSpPr>
        <p:spPr>
          <a:xfrm>
            <a:off x="2443717" y="3117998"/>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I</a:t>
            </a:r>
            <a:r>
              <a:rPr lang="en-US" sz="4400" spc="1600" dirty="0">
                <a:solidFill>
                  <a:srgbClr val="212529"/>
                </a:solidFill>
                <a:latin typeface="American Typewriter" panose="02090604020004020304" pitchFamily="18" charset="77"/>
              </a:rPr>
              <a:t>-------N</a:t>
            </a:r>
          </a:p>
        </p:txBody>
      </p:sp>
      <p:sp>
        <p:nvSpPr>
          <p:cNvPr id="8" name="!!NerdNite7">
            <a:extLst>
              <a:ext uri="{FF2B5EF4-FFF2-40B4-BE49-F238E27FC236}">
                <a16:creationId xmlns:a16="http://schemas.microsoft.com/office/drawing/2014/main" id="{B2863F34-69A9-9EC8-113D-BB7EC494B620}"/>
              </a:ext>
            </a:extLst>
          </p:cNvPr>
          <p:cNvSpPr txBox="1">
            <a:spLocks/>
          </p:cNvSpPr>
          <p:nvPr/>
        </p:nvSpPr>
        <p:spPr>
          <a:xfrm>
            <a:off x="2443717" y="6109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T</a:t>
            </a:r>
            <a:r>
              <a:rPr lang="en-US" sz="4400" spc="1600" dirty="0">
                <a:solidFill>
                  <a:srgbClr val="212529"/>
                </a:solidFill>
                <a:latin typeface="American Typewriter" panose="02090604020004020304" pitchFamily="18" charset="77"/>
              </a:rPr>
              <a:t>-------I</a:t>
            </a:r>
          </a:p>
        </p:txBody>
      </p:sp>
      <p:sp>
        <p:nvSpPr>
          <p:cNvPr id="9" name="!!NerdNite8">
            <a:extLst>
              <a:ext uri="{FF2B5EF4-FFF2-40B4-BE49-F238E27FC236}">
                <a16:creationId xmlns:a16="http://schemas.microsoft.com/office/drawing/2014/main" id="{0E800B97-7C5D-C0DA-BE78-F160BA28001C}"/>
              </a:ext>
            </a:extLst>
          </p:cNvPr>
          <p:cNvSpPr txBox="1">
            <a:spLocks/>
          </p:cNvSpPr>
          <p:nvPr/>
        </p:nvSpPr>
        <p:spPr>
          <a:xfrm>
            <a:off x="2443717" y="1621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-------T</a:t>
            </a:r>
          </a:p>
        </p:txBody>
      </p:sp>
      <p:sp>
        <p:nvSpPr>
          <p:cNvPr id="10" name="!!NerdNite9">
            <a:extLst>
              <a:ext uri="{FF2B5EF4-FFF2-40B4-BE49-F238E27FC236}">
                <a16:creationId xmlns:a16="http://schemas.microsoft.com/office/drawing/2014/main" id="{6DD3E9DF-DC82-1183-6F55-0332F4802535}"/>
              </a:ext>
            </a:extLst>
          </p:cNvPr>
          <p:cNvSpPr txBox="1">
            <a:spLocks/>
          </p:cNvSpPr>
          <p:nvPr/>
        </p:nvSpPr>
        <p:spPr>
          <a:xfrm>
            <a:off x="2443717" y="125996"/>
            <a:ext cx="7304567" cy="6220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247BA0"/>
                </a:solidFill>
                <a:latin typeface="American Typewriter" panose="02090604020004020304" pitchFamily="18" charset="77"/>
              </a:rPr>
              <a:t>$</a:t>
            </a:r>
            <a:r>
              <a:rPr lang="en-US" sz="4400" spc="1600" dirty="0">
                <a:solidFill>
                  <a:srgbClr val="212529"/>
                </a:solidFill>
                <a:latin typeface="American Typewriter" panose="02090604020004020304" pitchFamily="18" charset="77"/>
              </a:rPr>
              <a:t>-------E</a:t>
            </a:r>
          </a:p>
        </p:txBody>
      </p:sp>
      <p:sp>
        <p:nvSpPr>
          <p:cNvPr id="12" name="TextBox 11">
            <a:extLst>
              <a:ext uri="{FF2B5EF4-FFF2-40B4-BE49-F238E27FC236}">
                <a16:creationId xmlns:a16="http://schemas.microsoft.com/office/drawing/2014/main" id="{8E3E9573-84B6-581E-C3E0-6B90250E41DD}"/>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3" name="TextBox 12">
            <a:extLst>
              <a:ext uri="{FF2B5EF4-FFF2-40B4-BE49-F238E27FC236}">
                <a16:creationId xmlns:a16="http://schemas.microsoft.com/office/drawing/2014/main" id="{357C7BED-218C-C9AB-9858-D772E904E1BC}"/>
              </a:ext>
            </a:extLst>
          </p:cNvPr>
          <p:cNvSpPr txBox="1"/>
          <p:nvPr/>
        </p:nvSpPr>
        <p:spPr>
          <a:xfrm>
            <a:off x="9709600" y="2895517"/>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108490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Char"/>
      </p:transition>
    </mc:Choice>
    <mc:Fallback xmlns="">
      <p:transition spd="slow" advClick="0" advTm="300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C2795-DD45-57B9-0B04-A3A69DE85BB9}"/>
            </a:ext>
          </a:extLst>
        </p:cNvPr>
        <p:cNvGrpSpPr/>
        <p:nvPr/>
      </p:nvGrpSpPr>
      <p:grpSpPr>
        <a:xfrm>
          <a:off x="0" y="0"/>
          <a:ext cx="0" cy="0"/>
          <a:chOff x="0" y="0"/>
          <a:chExt cx="0" cy="0"/>
        </a:xfrm>
      </p:grpSpPr>
    </p:spTree>
    <p:extLst>
      <p:ext uri="{BB962C8B-B14F-4D97-AF65-F5344CB8AC3E}">
        <p14:creationId xmlns:p14="http://schemas.microsoft.com/office/powerpoint/2010/main" val="51137537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7E85D-7439-193E-0FA5-73AF9A35DB2C}"/>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66895AF6-E5E1-13FE-6F70-2B4D3360D66F}"/>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7C18E5EA-CB5F-2458-9B35-B62A2A9FC6BA}"/>
                </a:ext>
              </a:extLst>
            </p:cNvPr>
            <p:cNvSpPr txBox="1">
              <a:spLocks noChangeAspect="1"/>
            </p:cNvSpPr>
            <p:nvPr/>
          </p:nvSpPr>
          <p:spPr>
            <a:xfrm>
              <a:off x="5711952" y="4567428"/>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7DA7F1F7-111F-42C0-4279-3596E232AC54}"/>
                </a:ext>
              </a:extLst>
            </p:cNvPr>
            <p:cNvSpPr txBox="1">
              <a:spLocks noChangeAspect="1"/>
            </p:cNvSpPr>
            <p:nvPr/>
          </p:nvSpPr>
          <p:spPr>
            <a:xfrm>
              <a:off x="5711952" y="6089904"/>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D073BBA0-97F6-DD84-6402-BBCBFAD39E6C}"/>
                </a:ext>
              </a:extLst>
            </p:cNvPr>
            <p:cNvSpPr txBox="1">
              <a:spLocks noChangeAspect="1"/>
            </p:cNvSpPr>
            <p:nvPr/>
          </p:nvSpPr>
          <p:spPr>
            <a:xfrm>
              <a:off x="5711952" y="2283714"/>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63588718-EB20-1989-D661-EB50FA9C7EF7}"/>
                </a:ext>
              </a:extLst>
            </p:cNvPr>
            <p:cNvSpPr txBox="1">
              <a:spLocks noChangeAspect="1"/>
            </p:cNvSpPr>
            <p:nvPr/>
          </p:nvSpPr>
          <p:spPr>
            <a:xfrm>
              <a:off x="5711952"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A0340E33-9865-6F6D-0BAE-79C2D914881E}"/>
                </a:ext>
              </a:extLst>
            </p:cNvPr>
            <p:cNvSpPr txBox="1">
              <a:spLocks noChangeAspect="1"/>
            </p:cNvSpPr>
            <p:nvPr/>
          </p:nvSpPr>
          <p:spPr>
            <a:xfrm>
              <a:off x="5711952" y="1522476"/>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1433C108-4374-21A7-D467-350621F8A1CC}"/>
                </a:ext>
              </a:extLst>
            </p:cNvPr>
            <p:cNvSpPr txBox="1">
              <a:spLocks noChangeAspect="1"/>
            </p:cNvSpPr>
            <p:nvPr/>
          </p:nvSpPr>
          <p:spPr>
            <a:xfrm>
              <a:off x="5711952" y="0"/>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F3EB29C0-B001-C3B1-6392-2CD6AEA1C3CA}"/>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7475923E-C599-9CE7-7212-A8397A800389}"/>
                </a:ext>
              </a:extLst>
            </p:cNvPr>
            <p:cNvSpPr txBox="1">
              <a:spLocks noChangeAspect="1"/>
            </p:cNvSpPr>
            <p:nvPr/>
          </p:nvSpPr>
          <p:spPr>
            <a:xfrm>
              <a:off x="5711952" y="5328666"/>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B19BC86F-75D1-14EB-5360-2EC16C783AA5}"/>
                </a:ext>
              </a:extLst>
            </p:cNvPr>
            <p:cNvSpPr txBox="1">
              <a:spLocks noChangeAspect="1"/>
            </p:cNvSpPr>
            <p:nvPr/>
          </p:nvSpPr>
          <p:spPr>
            <a:xfrm>
              <a:off x="5711952" y="761238"/>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153763CC-D0DF-3413-E5DA-BFF784C80D67}"/>
              </a:ext>
            </a:extLst>
          </p:cNvPr>
          <p:cNvSpPr txBox="1"/>
          <p:nvPr/>
        </p:nvSpPr>
        <p:spPr>
          <a:xfrm>
            <a:off x="9372600" y="3090446"/>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p>
        </p:txBody>
      </p:sp>
    </p:spTree>
    <p:extLst>
      <p:ext uri="{BB962C8B-B14F-4D97-AF65-F5344CB8AC3E}">
        <p14:creationId xmlns:p14="http://schemas.microsoft.com/office/powerpoint/2010/main" val="94165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7B78-FFF8-E528-5FCC-588CFBD6EEFC}"/>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CA119840-7E98-F583-AB73-915C58243936}"/>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559F2620-1A66-32EF-1174-ACE6D45E1270}"/>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350A7DF5-41C1-F396-D5ED-87E087692BD8}"/>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67777FF0-1F60-E926-9B05-84F085B91B70}"/>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AB0ABC6F-B7ED-7ED4-04F3-97E7C3F353C5}"/>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33866475-5AD1-85BA-2809-2147C3B2F934}"/>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4DE21D3D-1E6A-545B-1957-2E4994EDF9A5}"/>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63414FD8-FFF7-D659-E933-8EFADC125174}"/>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5D57F8C9-1AF2-DB62-8FB3-32DBFE8BBC9F}"/>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1D43D45F-C2E5-BAB7-712C-ED5E2D8A7C10}"/>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9DA0AA64-0FB4-464B-F1CD-C6E3F5C0C879}"/>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
        <p:nvSpPr>
          <p:cNvPr id="8" name="!!D_F">
            <a:extLst>
              <a:ext uri="{FF2B5EF4-FFF2-40B4-BE49-F238E27FC236}">
                <a16:creationId xmlns:a16="http://schemas.microsoft.com/office/drawing/2014/main" id="{BFD6D6F2-88FF-9820-EC1A-2B9E5CCAED69}"/>
              </a:ext>
            </a:extLst>
          </p:cNvPr>
          <p:cNvSpPr txBox="1">
            <a:spLocks noChangeAspect="1"/>
          </p:cNvSpPr>
          <p:nvPr/>
        </p:nvSpPr>
        <p:spPr>
          <a:xfrm>
            <a:off x="7162800" y="456742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0" name="!!I_F">
            <a:extLst>
              <a:ext uri="{FF2B5EF4-FFF2-40B4-BE49-F238E27FC236}">
                <a16:creationId xmlns:a16="http://schemas.microsoft.com/office/drawing/2014/main" id="{9F6A1D4E-B8EC-4B9D-D5F8-173E91412107}"/>
              </a:ext>
            </a:extLst>
          </p:cNvPr>
          <p:cNvSpPr txBox="1">
            <a:spLocks noChangeAspect="1"/>
          </p:cNvSpPr>
          <p:nvPr/>
        </p:nvSpPr>
        <p:spPr>
          <a:xfrm>
            <a:off x="7162800" y="608990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12" name="!!N1_F">
            <a:extLst>
              <a:ext uri="{FF2B5EF4-FFF2-40B4-BE49-F238E27FC236}">
                <a16:creationId xmlns:a16="http://schemas.microsoft.com/office/drawing/2014/main" id="{763E4F59-154F-612E-0D7E-6B402FEF4323}"/>
              </a:ext>
            </a:extLst>
          </p:cNvPr>
          <p:cNvSpPr txBox="1">
            <a:spLocks noChangeAspect="1"/>
          </p:cNvSpPr>
          <p:nvPr/>
        </p:nvSpPr>
        <p:spPr>
          <a:xfrm>
            <a:off x="7162800" y="228371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4" name="!!N2_F">
            <a:extLst>
              <a:ext uri="{FF2B5EF4-FFF2-40B4-BE49-F238E27FC236}">
                <a16:creationId xmlns:a16="http://schemas.microsoft.com/office/drawing/2014/main" id="{B458E077-91ED-D91C-A9B7-FE3630111B40}"/>
              </a:ext>
            </a:extLst>
          </p:cNvPr>
          <p:cNvSpPr txBox="1">
            <a:spLocks noChangeAspect="1"/>
          </p:cNvSpPr>
          <p:nvPr/>
        </p:nvSpPr>
        <p:spPr>
          <a:xfrm>
            <a:off x="7162800" y="3044949"/>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6" name="!!T_F">
            <a:extLst>
              <a:ext uri="{FF2B5EF4-FFF2-40B4-BE49-F238E27FC236}">
                <a16:creationId xmlns:a16="http://schemas.microsoft.com/office/drawing/2014/main" id="{C2C7E702-C7A8-82A1-A4CD-0508B56B8267}"/>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8" name="!!E1_F">
            <a:extLst>
              <a:ext uri="{FF2B5EF4-FFF2-40B4-BE49-F238E27FC236}">
                <a16:creationId xmlns:a16="http://schemas.microsoft.com/office/drawing/2014/main" id="{9FF93E87-3655-A416-0A92-5A7F08EBC7A2}"/>
              </a:ext>
            </a:extLst>
          </p:cNvPr>
          <p:cNvSpPr txBox="1">
            <a:spLocks noChangeAspect="1"/>
          </p:cNvSpPr>
          <p:nvPr/>
        </p:nvSpPr>
        <p:spPr>
          <a:xfrm>
            <a:off x="7162800" y="-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1" name="!!$_F">
            <a:extLst>
              <a:ext uri="{FF2B5EF4-FFF2-40B4-BE49-F238E27FC236}">
                <a16:creationId xmlns:a16="http://schemas.microsoft.com/office/drawing/2014/main" id="{595D9A82-0A02-7B9F-485A-6CD7824FE07B}"/>
              </a:ext>
            </a:extLst>
          </p:cNvPr>
          <p:cNvSpPr txBox="1">
            <a:spLocks noChangeAspect="1"/>
          </p:cNvSpPr>
          <p:nvPr/>
        </p:nvSpPr>
        <p:spPr>
          <a:xfrm>
            <a:off x="7162800" y="3806187"/>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23" name="!!E2_F">
            <a:extLst>
              <a:ext uri="{FF2B5EF4-FFF2-40B4-BE49-F238E27FC236}">
                <a16:creationId xmlns:a16="http://schemas.microsoft.com/office/drawing/2014/main" id="{D96012CA-A7F4-D842-EE8B-869DB37AD1B5}"/>
              </a:ext>
            </a:extLst>
          </p:cNvPr>
          <p:cNvSpPr txBox="1">
            <a:spLocks noChangeAspect="1"/>
          </p:cNvSpPr>
          <p:nvPr/>
        </p:nvSpPr>
        <p:spPr>
          <a:xfrm>
            <a:off x="7162800" y="532866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4" name="!!R_F">
            <a:extLst>
              <a:ext uri="{FF2B5EF4-FFF2-40B4-BE49-F238E27FC236}">
                <a16:creationId xmlns:a16="http://schemas.microsoft.com/office/drawing/2014/main" id="{10ECD4E1-5DD3-CE68-D51A-8166B2E44C06}"/>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Tree>
    <p:extLst>
      <p:ext uri="{BB962C8B-B14F-4D97-AF65-F5344CB8AC3E}">
        <p14:creationId xmlns:p14="http://schemas.microsoft.com/office/powerpoint/2010/main" val="1216418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8E6D7-46B2-E271-810D-83A04CD6CFF1}"/>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D6A3F3DC-EB3D-3951-145B-5E4C6E54FF44}"/>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577E3638-40BF-B314-522E-21E7BA658F79}"/>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292E903E-7D36-40DF-28EF-EC08A481C634}"/>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8238CCCD-2545-E2C1-A5A0-6C28DF8C83E0}"/>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5559880A-AEBA-635F-4CC4-60EFE92E1D9B}"/>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2410D7BD-6F6C-79DF-F84C-1C53E2BC8DBD}"/>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25914794-E4FF-32F2-2FA7-C53C6211A650}"/>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9C5C0AF6-C75E-EF44-3BDB-248F333110CE}"/>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937F8F0E-6D6B-C2E3-41CA-331CBDDDECF7}"/>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7890184E-2983-208B-BC25-848B228ACCB0}"/>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FB0C45D8-B2B8-910D-AC33-F70D1D7F3BE0}"/>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D5D49237-8BF3-F626-B01C-45BCFD8C311D}"/>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5134977-B2BA-3D4A-65B3-65471B4E9BC7}"/>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8" name="!!D_F">
            <a:extLst>
              <a:ext uri="{FF2B5EF4-FFF2-40B4-BE49-F238E27FC236}">
                <a16:creationId xmlns:a16="http://schemas.microsoft.com/office/drawing/2014/main" id="{A76B4121-34A6-FBD5-553F-A43920E1E510}"/>
              </a:ext>
            </a:extLst>
          </p:cNvPr>
          <p:cNvSpPr txBox="1">
            <a:spLocks noChangeAspect="1"/>
          </p:cNvSpPr>
          <p:nvPr/>
        </p:nvSpPr>
        <p:spPr>
          <a:xfrm>
            <a:off x="7162800" y="456742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0" name="!!I_F">
            <a:extLst>
              <a:ext uri="{FF2B5EF4-FFF2-40B4-BE49-F238E27FC236}">
                <a16:creationId xmlns:a16="http://schemas.microsoft.com/office/drawing/2014/main" id="{1855B45A-6A08-17C4-AC16-91E80B5F7D72}"/>
              </a:ext>
            </a:extLst>
          </p:cNvPr>
          <p:cNvSpPr txBox="1">
            <a:spLocks noChangeAspect="1"/>
          </p:cNvSpPr>
          <p:nvPr/>
        </p:nvSpPr>
        <p:spPr>
          <a:xfrm>
            <a:off x="7162800" y="608990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12" name="!!N1_F">
            <a:extLst>
              <a:ext uri="{FF2B5EF4-FFF2-40B4-BE49-F238E27FC236}">
                <a16:creationId xmlns:a16="http://schemas.microsoft.com/office/drawing/2014/main" id="{D7FFB28C-2BE6-9BA1-31E2-454012B7C8DF}"/>
              </a:ext>
            </a:extLst>
          </p:cNvPr>
          <p:cNvSpPr txBox="1">
            <a:spLocks noChangeAspect="1"/>
          </p:cNvSpPr>
          <p:nvPr/>
        </p:nvSpPr>
        <p:spPr>
          <a:xfrm>
            <a:off x="7162800" y="228371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4" name="!!N2_F">
            <a:extLst>
              <a:ext uri="{FF2B5EF4-FFF2-40B4-BE49-F238E27FC236}">
                <a16:creationId xmlns:a16="http://schemas.microsoft.com/office/drawing/2014/main" id="{0BD27B4C-60F4-8022-25AD-FEC07A34E490}"/>
              </a:ext>
            </a:extLst>
          </p:cNvPr>
          <p:cNvSpPr txBox="1">
            <a:spLocks noChangeAspect="1"/>
          </p:cNvSpPr>
          <p:nvPr/>
        </p:nvSpPr>
        <p:spPr>
          <a:xfrm>
            <a:off x="7162800" y="3044949"/>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6" name="!!T_F">
            <a:extLst>
              <a:ext uri="{FF2B5EF4-FFF2-40B4-BE49-F238E27FC236}">
                <a16:creationId xmlns:a16="http://schemas.microsoft.com/office/drawing/2014/main" id="{A05BAE30-A641-9CDF-F8E8-FB7901DE2BF5}"/>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8" name="!!E1_F">
            <a:extLst>
              <a:ext uri="{FF2B5EF4-FFF2-40B4-BE49-F238E27FC236}">
                <a16:creationId xmlns:a16="http://schemas.microsoft.com/office/drawing/2014/main" id="{0DCC4759-024D-21D3-1934-F2AD438F6A51}"/>
              </a:ext>
            </a:extLst>
          </p:cNvPr>
          <p:cNvSpPr txBox="1">
            <a:spLocks noChangeAspect="1"/>
          </p:cNvSpPr>
          <p:nvPr/>
        </p:nvSpPr>
        <p:spPr>
          <a:xfrm>
            <a:off x="7162800" y="-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1" name="!!$_F">
            <a:extLst>
              <a:ext uri="{FF2B5EF4-FFF2-40B4-BE49-F238E27FC236}">
                <a16:creationId xmlns:a16="http://schemas.microsoft.com/office/drawing/2014/main" id="{F85B841C-0F38-1F84-4590-5B6474F363E8}"/>
              </a:ext>
            </a:extLst>
          </p:cNvPr>
          <p:cNvSpPr txBox="1">
            <a:spLocks noChangeAspect="1"/>
          </p:cNvSpPr>
          <p:nvPr/>
        </p:nvSpPr>
        <p:spPr>
          <a:xfrm>
            <a:off x="7162800" y="3806187"/>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23" name="!!E2_F">
            <a:extLst>
              <a:ext uri="{FF2B5EF4-FFF2-40B4-BE49-F238E27FC236}">
                <a16:creationId xmlns:a16="http://schemas.microsoft.com/office/drawing/2014/main" id="{C80E675B-7C7B-3842-A954-ABCC813B6801}"/>
              </a:ext>
            </a:extLst>
          </p:cNvPr>
          <p:cNvSpPr txBox="1">
            <a:spLocks noChangeAspect="1"/>
          </p:cNvSpPr>
          <p:nvPr/>
        </p:nvSpPr>
        <p:spPr>
          <a:xfrm>
            <a:off x="7162800" y="532866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4" name="!!R_F">
            <a:extLst>
              <a:ext uri="{FF2B5EF4-FFF2-40B4-BE49-F238E27FC236}">
                <a16:creationId xmlns:a16="http://schemas.microsoft.com/office/drawing/2014/main" id="{434C4733-679B-F989-24BF-F595935BA541}"/>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Tree>
    <p:extLst>
      <p:ext uri="{BB962C8B-B14F-4D97-AF65-F5344CB8AC3E}">
        <p14:creationId xmlns:p14="http://schemas.microsoft.com/office/powerpoint/2010/main" val="3534061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9D173-71BF-5E01-A785-C84C6BB4B7B4}"/>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40768651-476E-CBE8-1C78-92AA16A224BE}"/>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F4C47ADC-C793-1BC8-4C4C-78FB575E35CD}"/>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E92831CB-E652-2898-C887-7EAEC3AD516C}"/>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02597A02-7E62-8D7C-0B87-A8270BC44AA6}"/>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D909A53B-FA4B-5227-432F-C0075EF3B0C6}"/>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BED820C9-6615-CA09-43E7-AC962AF941CA}"/>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701EACC3-7914-680C-DB77-37A8CA5A26AA}"/>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A5FD7190-42F8-06AA-381D-077980707D54}"/>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F27281F1-80D8-BA41-E6FA-199BA577899D}"/>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13F3BB95-E189-E615-011F-EB14259031FA}"/>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F01D1378-178E-DB06-C150-7321F9EBF86C}"/>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E1FB7A61-0852-34AC-80A6-1A30634AE357}"/>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FDEE65A-D1E8-A7D1-3507-EBF6B427C64B}"/>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8" name="!!D_F">
            <a:extLst>
              <a:ext uri="{FF2B5EF4-FFF2-40B4-BE49-F238E27FC236}">
                <a16:creationId xmlns:a16="http://schemas.microsoft.com/office/drawing/2014/main" id="{16AE3722-0DD3-AC07-45EC-D9E39B804DB1}"/>
              </a:ext>
            </a:extLst>
          </p:cNvPr>
          <p:cNvSpPr txBox="1">
            <a:spLocks noChangeAspect="1"/>
          </p:cNvSpPr>
          <p:nvPr/>
        </p:nvSpPr>
        <p:spPr>
          <a:xfrm>
            <a:off x="7162800" y="456742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0" name="!!I_F">
            <a:extLst>
              <a:ext uri="{FF2B5EF4-FFF2-40B4-BE49-F238E27FC236}">
                <a16:creationId xmlns:a16="http://schemas.microsoft.com/office/drawing/2014/main" id="{80F1B84C-AC8A-6784-9493-51E766EB1329}"/>
              </a:ext>
            </a:extLst>
          </p:cNvPr>
          <p:cNvSpPr txBox="1">
            <a:spLocks noChangeAspect="1"/>
          </p:cNvSpPr>
          <p:nvPr/>
        </p:nvSpPr>
        <p:spPr>
          <a:xfrm>
            <a:off x="7162800" y="608990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12" name="!!N1_F">
            <a:extLst>
              <a:ext uri="{FF2B5EF4-FFF2-40B4-BE49-F238E27FC236}">
                <a16:creationId xmlns:a16="http://schemas.microsoft.com/office/drawing/2014/main" id="{EA83C60B-C1FC-C091-90E2-0AD603B8936E}"/>
              </a:ext>
            </a:extLst>
          </p:cNvPr>
          <p:cNvSpPr txBox="1">
            <a:spLocks noChangeAspect="1"/>
          </p:cNvSpPr>
          <p:nvPr/>
        </p:nvSpPr>
        <p:spPr>
          <a:xfrm>
            <a:off x="7162800" y="228371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4" name="!!N2_F">
            <a:extLst>
              <a:ext uri="{FF2B5EF4-FFF2-40B4-BE49-F238E27FC236}">
                <a16:creationId xmlns:a16="http://schemas.microsoft.com/office/drawing/2014/main" id="{84493DE4-80AE-7D7C-30FD-244537E2CF9D}"/>
              </a:ext>
            </a:extLst>
          </p:cNvPr>
          <p:cNvSpPr txBox="1">
            <a:spLocks noChangeAspect="1"/>
          </p:cNvSpPr>
          <p:nvPr/>
        </p:nvSpPr>
        <p:spPr>
          <a:xfrm>
            <a:off x="7162800" y="3044949"/>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6" name="!!T_F">
            <a:extLst>
              <a:ext uri="{FF2B5EF4-FFF2-40B4-BE49-F238E27FC236}">
                <a16:creationId xmlns:a16="http://schemas.microsoft.com/office/drawing/2014/main" id="{09212278-8E23-64AB-6CF0-DF0DE4795190}"/>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8" name="!!E1_F">
            <a:extLst>
              <a:ext uri="{FF2B5EF4-FFF2-40B4-BE49-F238E27FC236}">
                <a16:creationId xmlns:a16="http://schemas.microsoft.com/office/drawing/2014/main" id="{9829591B-59C4-926E-DBA1-CD692FB4BADF}"/>
              </a:ext>
            </a:extLst>
          </p:cNvPr>
          <p:cNvSpPr txBox="1">
            <a:spLocks noChangeAspect="1"/>
          </p:cNvSpPr>
          <p:nvPr/>
        </p:nvSpPr>
        <p:spPr>
          <a:xfrm>
            <a:off x="7162800" y="-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3" name="!!E2_F">
            <a:extLst>
              <a:ext uri="{FF2B5EF4-FFF2-40B4-BE49-F238E27FC236}">
                <a16:creationId xmlns:a16="http://schemas.microsoft.com/office/drawing/2014/main" id="{3F7C8AF6-F09E-02FD-CD22-20AE4AC0BFEA}"/>
              </a:ext>
            </a:extLst>
          </p:cNvPr>
          <p:cNvSpPr txBox="1">
            <a:spLocks noChangeAspect="1"/>
          </p:cNvSpPr>
          <p:nvPr/>
        </p:nvSpPr>
        <p:spPr>
          <a:xfrm>
            <a:off x="7162800" y="532866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4" name="!!R_F">
            <a:extLst>
              <a:ext uri="{FF2B5EF4-FFF2-40B4-BE49-F238E27FC236}">
                <a16:creationId xmlns:a16="http://schemas.microsoft.com/office/drawing/2014/main" id="{0F765BF5-9E7F-4CEC-B539-E39AB3E859B9}"/>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6" name="!!$_F">
            <a:extLst>
              <a:ext uri="{FF2B5EF4-FFF2-40B4-BE49-F238E27FC236}">
                <a16:creationId xmlns:a16="http://schemas.microsoft.com/office/drawing/2014/main" id="{58759B1B-83DB-0CD3-A7E7-03498BFF8235}"/>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5" name="TextBox 24">
            <a:extLst>
              <a:ext uri="{FF2B5EF4-FFF2-40B4-BE49-F238E27FC236}">
                <a16:creationId xmlns:a16="http://schemas.microsoft.com/office/drawing/2014/main" id="{486F2000-9CB5-5DB0-773B-892C31A1C725}"/>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989525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1565-B4D5-3AB0-CE75-1D47D622028A}"/>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540440BB-0E97-85A2-AB9F-EBD740158C61}"/>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D2DFACBD-215F-00AE-579D-34F7BB4EF4C4}"/>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F8CC08FA-C80A-8E1E-5F1A-D239D043D864}"/>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1BC733E-6437-E438-B845-3E20A90A7FD7}"/>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FAF46BC3-CB6A-2744-39FB-E9A4F0860BE5}"/>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BAE554B9-A19E-998C-6CDB-DDFDAFA16C70}"/>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4C34CE46-09D6-AE25-75D6-0A62CA872A26}"/>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B36191CE-F5C6-5597-645E-14747F370ED5}"/>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04AD8444-2B3A-BD12-9D7D-44935274262F}"/>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C14A7413-3548-80A3-0D2E-F084DFBD3B96}"/>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84E96357-EDFB-47CE-3DF0-B8F0A3057EAD}"/>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612F86F2-C85A-083E-C1D3-D9B7E4086503}"/>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5ED6A41-D93C-50C5-E5ED-CA4803F41AF5}"/>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0" name="!!I_F">
            <a:extLst>
              <a:ext uri="{FF2B5EF4-FFF2-40B4-BE49-F238E27FC236}">
                <a16:creationId xmlns:a16="http://schemas.microsoft.com/office/drawing/2014/main" id="{E5AA1E03-03EF-ABC6-6756-360161C2DCE9}"/>
              </a:ext>
            </a:extLst>
          </p:cNvPr>
          <p:cNvSpPr txBox="1">
            <a:spLocks noChangeAspect="1"/>
          </p:cNvSpPr>
          <p:nvPr/>
        </p:nvSpPr>
        <p:spPr>
          <a:xfrm>
            <a:off x="7162800" y="608990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12" name="!!N1_F">
            <a:extLst>
              <a:ext uri="{FF2B5EF4-FFF2-40B4-BE49-F238E27FC236}">
                <a16:creationId xmlns:a16="http://schemas.microsoft.com/office/drawing/2014/main" id="{2FD53A7B-7459-2E9E-2B9B-97BD42465267}"/>
              </a:ext>
            </a:extLst>
          </p:cNvPr>
          <p:cNvSpPr txBox="1">
            <a:spLocks noChangeAspect="1"/>
          </p:cNvSpPr>
          <p:nvPr/>
        </p:nvSpPr>
        <p:spPr>
          <a:xfrm>
            <a:off x="7162800" y="228371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4" name="!!N2_F">
            <a:extLst>
              <a:ext uri="{FF2B5EF4-FFF2-40B4-BE49-F238E27FC236}">
                <a16:creationId xmlns:a16="http://schemas.microsoft.com/office/drawing/2014/main" id="{97287285-31A1-A86B-EBD1-A6301BAE596D}"/>
              </a:ext>
            </a:extLst>
          </p:cNvPr>
          <p:cNvSpPr txBox="1">
            <a:spLocks noChangeAspect="1"/>
          </p:cNvSpPr>
          <p:nvPr/>
        </p:nvSpPr>
        <p:spPr>
          <a:xfrm>
            <a:off x="7162800" y="3044949"/>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6" name="!!T_F">
            <a:extLst>
              <a:ext uri="{FF2B5EF4-FFF2-40B4-BE49-F238E27FC236}">
                <a16:creationId xmlns:a16="http://schemas.microsoft.com/office/drawing/2014/main" id="{5A9DB768-4AD7-9120-7A60-3CF9A3406FE0}"/>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8" name="!!E1_F">
            <a:extLst>
              <a:ext uri="{FF2B5EF4-FFF2-40B4-BE49-F238E27FC236}">
                <a16:creationId xmlns:a16="http://schemas.microsoft.com/office/drawing/2014/main" id="{89BE9370-AFDB-6927-F17C-EDACD380ED23}"/>
              </a:ext>
            </a:extLst>
          </p:cNvPr>
          <p:cNvSpPr txBox="1">
            <a:spLocks noChangeAspect="1"/>
          </p:cNvSpPr>
          <p:nvPr/>
        </p:nvSpPr>
        <p:spPr>
          <a:xfrm>
            <a:off x="7162800" y="-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3" name="!!E2_F">
            <a:extLst>
              <a:ext uri="{FF2B5EF4-FFF2-40B4-BE49-F238E27FC236}">
                <a16:creationId xmlns:a16="http://schemas.microsoft.com/office/drawing/2014/main" id="{AFF4B0B4-7C40-05C7-B235-0FC74C1E7BB5}"/>
              </a:ext>
            </a:extLst>
          </p:cNvPr>
          <p:cNvSpPr txBox="1">
            <a:spLocks noChangeAspect="1"/>
          </p:cNvSpPr>
          <p:nvPr/>
        </p:nvSpPr>
        <p:spPr>
          <a:xfrm>
            <a:off x="7162800" y="532866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4" name="!!R_F">
            <a:extLst>
              <a:ext uri="{FF2B5EF4-FFF2-40B4-BE49-F238E27FC236}">
                <a16:creationId xmlns:a16="http://schemas.microsoft.com/office/drawing/2014/main" id="{581166ED-A7EA-C165-79C9-2E7BFCCF6699}"/>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6" name="!!$_F">
            <a:extLst>
              <a:ext uri="{FF2B5EF4-FFF2-40B4-BE49-F238E27FC236}">
                <a16:creationId xmlns:a16="http://schemas.microsoft.com/office/drawing/2014/main" id="{DB9976AA-FD0C-9FAB-6A4B-745DB4A1A9B5}"/>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1" name="!!D_F">
            <a:extLst>
              <a:ext uri="{FF2B5EF4-FFF2-40B4-BE49-F238E27FC236}">
                <a16:creationId xmlns:a16="http://schemas.microsoft.com/office/drawing/2014/main" id="{22645617-1080-B3AB-443A-6A40DFD989BA}"/>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25" name="TextBox 24">
            <a:extLst>
              <a:ext uri="{FF2B5EF4-FFF2-40B4-BE49-F238E27FC236}">
                <a16:creationId xmlns:a16="http://schemas.microsoft.com/office/drawing/2014/main" id="{24F569EF-6188-536B-5E10-2A52367C6642}"/>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981143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FB260-3861-749A-049D-A42E45A84F05}"/>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1AB7AD9F-B18D-58A3-0C55-B7F82DA000E1}"/>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2229577F-0BA0-6EC9-899B-01114B3520E8}"/>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0215BAD8-EC9C-5D30-F079-C5059CEECFB7}"/>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8B823569-27B2-60AC-41E4-48A037B3FD04}"/>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89CB4409-F6C3-8E55-5DF8-6FC4A3642335}"/>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81DFB056-8985-0C16-9686-3699520915F4}"/>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E600BE59-147C-D395-C5B4-19C8D7056C36}"/>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ECEB5CF6-18B6-8398-9E2B-AE1ADA382D2E}"/>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00CA3C9F-2716-9B3E-0133-A0ED2549079C}"/>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2BC47DE0-66B8-4342-DB7C-31ACC7456A8B}"/>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78D39AAC-439B-A235-4343-885337ADBA0D}"/>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2D27AA31-29B2-4726-465E-73530238CD4C}"/>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410FC83-24B8-4137-E6AE-044948C09F99}"/>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0" name="!!I_F">
            <a:extLst>
              <a:ext uri="{FF2B5EF4-FFF2-40B4-BE49-F238E27FC236}">
                <a16:creationId xmlns:a16="http://schemas.microsoft.com/office/drawing/2014/main" id="{A5A3E66D-D6A8-04F5-08FC-9FEABFACF933}"/>
              </a:ext>
            </a:extLst>
          </p:cNvPr>
          <p:cNvSpPr txBox="1">
            <a:spLocks noChangeAspect="1"/>
          </p:cNvSpPr>
          <p:nvPr/>
        </p:nvSpPr>
        <p:spPr>
          <a:xfrm>
            <a:off x="7162800" y="608990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12" name="!!N1_F">
            <a:extLst>
              <a:ext uri="{FF2B5EF4-FFF2-40B4-BE49-F238E27FC236}">
                <a16:creationId xmlns:a16="http://schemas.microsoft.com/office/drawing/2014/main" id="{3E290F6B-8D78-601F-A820-1644DDFB5216}"/>
              </a:ext>
            </a:extLst>
          </p:cNvPr>
          <p:cNvSpPr txBox="1">
            <a:spLocks noChangeAspect="1"/>
          </p:cNvSpPr>
          <p:nvPr/>
        </p:nvSpPr>
        <p:spPr>
          <a:xfrm>
            <a:off x="7162800" y="228371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4" name="!!N2_F">
            <a:extLst>
              <a:ext uri="{FF2B5EF4-FFF2-40B4-BE49-F238E27FC236}">
                <a16:creationId xmlns:a16="http://schemas.microsoft.com/office/drawing/2014/main" id="{70212344-48EE-EC5A-2A7D-2C5421204B5B}"/>
              </a:ext>
            </a:extLst>
          </p:cNvPr>
          <p:cNvSpPr txBox="1">
            <a:spLocks noChangeAspect="1"/>
          </p:cNvSpPr>
          <p:nvPr/>
        </p:nvSpPr>
        <p:spPr>
          <a:xfrm>
            <a:off x="7162800" y="3044949"/>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6" name="!!T_F">
            <a:extLst>
              <a:ext uri="{FF2B5EF4-FFF2-40B4-BE49-F238E27FC236}">
                <a16:creationId xmlns:a16="http://schemas.microsoft.com/office/drawing/2014/main" id="{A47A3271-94DF-AAD2-B8E4-BE2491E556CA}"/>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24" name="!!R_F">
            <a:extLst>
              <a:ext uri="{FF2B5EF4-FFF2-40B4-BE49-F238E27FC236}">
                <a16:creationId xmlns:a16="http://schemas.microsoft.com/office/drawing/2014/main" id="{052EDF66-FC88-DC82-0C51-DB6347FBC7D8}"/>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6" name="!!$_F">
            <a:extLst>
              <a:ext uri="{FF2B5EF4-FFF2-40B4-BE49-F238E27FC236}">
                <a16:creationId xmlns:a16="http://schemas.microsoft.com/office/drawing/2014/main" id="{96ED0371-D0BE-05F3-FE48-DB0C74333D1E}"/>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1" name="!!D_F">
            <a:extLst>
              <a:ext uri="{FF2B5EF4-FFF2-40B4-BE49-F238E27FC236}">
                <a16:creationId xmlns:a16="http://schemas.microsoft.com/office/drawing/2014/main" id="{442FB0A0-FD46-6DE1-9493-A10719930ED5}"/>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8" name="!!E1_F">
            <a:extLst>
              <a:ext uri="{FF2B5EF4-FFF2-40B4-BE49-F238E27FC236}">
                <a16:creationId xmlns:a16="http://schemas.microsoft.com/office/drawing/2014/main" id="{FE30A28A-A007-AA39-D60B-72313114D21F}"/>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5" name="!!E2_F">
            <a:extLst>
              <a:ext uri="{FF2B5EF4-FFF2-40B4-BE49-F238E27FC236}">
                <a16:creationId xmlns:a16="http://schemas.microsoft.com/office/drawing/2014/main" id="{4A483A7E-6D43-9612-CE67-BC29A7C513E1}"/>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6" name="TextBox 25">
            <a:extLst>
              <a:ext uri="{FF2B5EF4-FFF2-40B4-BE49-F238E27FC236}">
                <a16:creationId xmlns:a16="http://schemas.microsoft.com/office/drawing/2014/main" id="{4F2C4D08-8227-76A0-68C5-873B19D3028A}"/>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4262622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78213-8668-6019-4ED4-180408539E92}"/>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96C723AB-B174-47AF-E0CC-64E62FA44EA0}"/>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F64710D6-8C23-5D08-1B7C-0F75E3006E44}"/>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8317B092-B7CD-280B-5763-7EE12B07CF65}"/>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7F447C6-8B4F-4CEE-3636-024C0206B6DE}"/>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08EF8696-1090-E361-74C5-149144B323D7}"/>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13538D73-A187-192B-5A48-9C7AFCDF15CE}"/>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BCCD3063-E3D8-9C34-7FC2-DE0C1DED8637}"/>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FB668AEB-FBC1-ADF2-4121-9BA55B4E559F}"/>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4D928383-366F-80C9-D02F-2B4C3A73CF37}"/>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A932C4B3-4E53-872A-FE9E-60CB78524DB7}"/>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210BE660-FC37-AFE1-7DBE-F03EA597A166}"/>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6C1267C8-A584-1FE7-79C1-FE908D1AE76F}"/>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803A03D-0B17-E4F0-8DAC-B29C4AB73D7C}"/>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2" name="!!N1_F">
            <a:extLst>
              <a:ext uri="{FF2B5EF4-FFF2-40B4-BE49-F238E27FC236}">
                <a16:creationId xmlns:a16="http://schemas.microsoft.com/office/drawing/2014/main" id="{9C30DFC3-7E68-1922-AA07-315E47EE73CC}"/>
              </a:ext>
            </a:extLst>
          </p:cNvPr>
          <p:cNvSpPr txBox="1">
            <a:spLocks noChangeAspect="1"/>
          </p:cNvSpPr>
          <p:nvPr/>
        </p:nvSpPr>
        <p:spPr>
          <a:xfrm>
            <a:off x="7162800" y="2283711"/>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4" name="!!N2_F">
            <a:extLst>
              <a:ext uri="{FF2B5EF4-FFF2-40B4-BE49-F238E27FC236}">
                <a16:creationId xmlns:a16="http://schemas.microsoft.com/office/drawing/2014/main" id="{8688B8C9-DB47-EB71-B985-8B85F8FE6FF8}"/>
              </a:ext>
            </a:extLst>
          </p:cNvPr>
          <p:cNvSpPr txBox="1">
            <a:spLocks noChangeAspect="1"/>
          </p:cNvSpPr>
          <p:nvPr/>
        </p:nvSpPr>
        <p:spPr>
          <a:xfrm>
            <a:off x="7162800" y="3044949"/>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6" name="!!T_F">
            <a:extLst>
              <a:ext uri="{FF2B5EF4-FFF2-40B4-BE49-F238E27FC236}">
                <a16:creationId xmlns:a16="http://schemas.microsoft.com/office/drawing/2014/main" id="{60E24D1A-3DB0-445C-E3C4-FC6E61293D8C}"/>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24" name="!!R_F">
            <a:extLst>
              <a:ext uri="{FF2B5EF4-FFF2-40B4-BE49-F238E27FC236}">
                <a16:creationId xmlns:a16="http://schemas.microsoft.com/office/drawing/2014/main" id="{077B86D0-02E5-9DC3-A0D1-0D192DB965C8}"/>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6" name="!!$_F">
            <a:extLst>
              <a:ext uri="{FF2B5EF4-FFF2-40B4-BE49-F238E27FC236}">
                <a16:creationId xmlns:a16="http://schemas.microsoft.com/office/drawing/2014/main" id="{BA873D6B-46A0-1545-71D9-4763B7AD7B4D}"/>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1" name="!!D_F">
            <a:extLst>
              <a:ext uri="{FF2B5EF4-FFF2-40B4-BE49-F238E27FC236}">
                <a16:creationId xmlns:a16="http://schemas.microsoft.com/office/drawing/2014/main" id="{4B72F4ED-5E9A-F3F7-0803-23BF127EEC18}"/>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8" name="!!E1_F">
            <a:extLst>
              <a:ext uri="{FF2B5EF4-FFF2-40B4-BE49-F238E27FC236}">
                <a16:creationId xmlns:a16="http://schemas.microsoft.com/office/drawing/2014/main" id="{C55A1D7A-00C4-2553-C708-78599557DE0F}"/>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5" name="!!E2_F">
            <a:extLst>
              <a:ext uri="{FF2B5EF4-FFF2-40B4-BE49-F238E27FC236}">
                <a16:creationId xmlns:a16="http://schemas.microsoft.com/office/drawing/2014/main" id="{F434BCAC-CF09-9F20-C8C0-2A130D892774}"/>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18" name="!!I_F">
            <a:extLst>
              <a:ext uri="{FF2B5EF4-FFF2-40B4-BE49-F238E27FC236}">
                <a16:creationId xmlns:a16="http://schemas.microsoft.com/office/drawing/2014/main" id="{EE47B5AD-446E-3241-40EE-7CB3B716147B}"/>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23" name="TextBox 22">
            <a:extLst>
              <a:ext uri="{FF2B5EF4-FFF2-40B4-BE49-F238E27FC236}">
                <a16:creationId xmlns:a16="http://schemas.microsoft.com/office/drawing/2014/main" id="{7C5332FF-6F8B-5937-0FC0-3805E47B96BB}"/>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2538113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872F7-8AC9-D93F-75D0-F4BAD93CCF29}"/>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0D6537CF-88A6-6607-3457-785ECBF10C5D}"/>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D6197111-3BE4-938E-8854-A93E683D8BEC}"/>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D8CE1EFA-9452-87F1-4505-A8D63934F583}"/>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C177FDBD-50D6-9E36-209E-BFFC3F0B97DC}"/>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18F17784-E3F9-2892-59D4-CF343804C02D}"/>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33E59657-6933-0666-DE4E-C395562E1B84}"/>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54653DA5-C867-88BC-FD8A-2D54256D9CCC}"/>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EE8579A9-BDAF-F5F2-972F-2E966B85A89A}"/>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9D07480F-BCEA-2836-F3F0-1C43F7915B7C}"/>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D0308E45-05C8-5927-56EA-BCC668068ECB}"/>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73AE3E56-76BD-7882-61F5-23463416990D}"/>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38177F93-271B-EEED-DB91-86C6A830403E}"/>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F68261F-28DD-4DFB-560B-421B132A4A52}"/>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6" name="!!T_F">
            <a:extLst>
              <a:ext uri="{FF2B5EF4-FFF2-40B4-BE49-F238E27FC236}">
                <a16:creationId xmlns:a16="http://schemas.microsoft.com/office/drawing/2014/main" id="{93E97C8A-C148-AB9F-790D-5AB45E5FA0C0}"/>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24" name="!!R_F">
            <a:extLst>
              <a:ext uri="{FF2B5EF4-FFF2-40B4-BE49-F238E27FC236}">
                <a16:creationId xmlns:a16="http://schemas.microsoft.com/office/drawing/2014/main" id="{564EA004-DB96-1141-C412-AAC44A6D0716}"/>
              </a:ext>
            </a:extLst>
          </p:cNvPr>
          <p:cNvSpPr txBox="1">
            <a:spLocks noChangeAspect="1"/>
          </p:cNvSpPr>
          <p:nvPr/>
        </p:nvSpPr>
        <p:spPr>
          <a:xfrm>
            <a:off x="7162800" y="761235"/>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6" name="!!$_F">
            <a:extLst>
              <a:ext uri="{FF2B5EF4-FFF2-40B4-BE49-F238E27FC236}">
                <a16:creationId xmlns:a16="http://schemas.microsoft.com/office/drawing/2014/main" id="{9C74CB1C-32E6-0668-C668-D5CE720AF947}"/>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1" name="!!D_F">
            <a:extLst>
              <a:ext uri="{FF2B5EF4-FFF2-40B4-BE49-F238E27FC236}">
                <a16:creationId xmlns:a16="http://schemas.microsoft.com/office/drawing/2014/main" id="{D41CF5B4-DEB0-BA15-53C9-BB4EF676A637}"/>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8" name="!!E1_F">
            <a:extLst>
              <a:ext uri="{FF2B5EF4-FFF2-40B4-BE49-F238E27FC236}">
                <a16:creationId xmlns:a16="http://schemas.microsoft.com/office/drawing/2014/main" id="{E6CDD126-05CB-A5B4-47F6-DF6B7B9513AD}"/>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5" name="!!E2_F">
            <a:extLst>
              <a:ext uri="{FF2B5EF4-FFF2-40B4-BE49-F238E27FC236}">
                <a16:creationId xmlns:a16="http://schemas.microsoft.com/office/drawing/2014/main" id="{66AEE339-8AD5-4CBD-1A33-DA367F95A2CE}"/>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18" name="!!I_F">
            <a:extLst>
              <a:ext uri="{FF2B5EF4-FFF2-40B4-BE49-F238E27FC236}">
                <a16:creationId xmlns:a16="http://schemas.microsoft.com/office/drawing/2014/main" id="{A5D76C32-0B4C-3DC2-6253-99EE1F1ED7A9}"/>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0" name="!!N1_F">
            <a:extLst>
              <a:ext uri="{FF2B5EF4-FFF2-40B4-BE49-F238E27FC236}">
                <a16:creationId xmlns:a16="http://schemas.microsoft.com/office/drawing/2014/main" id="{DF69B7E0-DA75-4C28-BC01-BE26E02BBC7B}"/>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23" name="!!N2_F">
            <a:extLst>
              <a:ext uri="{FF2B5EF4-FFF2-40B4-BE49-F238E27FC236}">
                <a16:creationId xmlns:a16="http://schemas.microsoft.com/office/drawing/2014/main" id="{F3DCAE0D-FCE2-3ED9-B6E2-2E0F4DE7F1CC}"/>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26" name="TextBox 25">
            <a:extLst>
              <a:ext uri="{FF2B5EF4-FFF2-40B4-BE49-F238E27FC236}">
                <a16:creationId xmlns:a16="http://schemas.microsoft.com/office/drawing/2014/main" id="{8A9AA905-FD5E-3E9F-BD37-CA3DEEAA1AF8}"/>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373962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49B68-9F92-CBA0-3C67-7EED16F1DC03}"/>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2469DD73-F2EB-BB15-A93E-8B468B3F62DD}"/>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37453CE8-5487-7F35-5560-7CC0E5E458FB}"/>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EE775ABE-BA54-4E84-097F-2FA6649B162D}"/>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302252D0-D3DD-6BB3-BC92-A31898D5E70B}"/>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9F01A25D-01BB-C460-42DC-7E19C64423DA}"/>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AB39EE9B-7EFD-198D-EFA4-149181F45BE6}"/>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8F18F5EE-57B0-3CBC-E6C3-2ABAAAB9056A}"/>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D1720BFF-14DB-66D1-085C-24E0CB4F3654}"/>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2DA808BC-2924-1444-A086-75078EC9955F}"/>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09796438-405C-14A8-C657-4F9615020F0D}"/>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588BDDEC-FC4A-2EC8-520D-A8F9D920517C}"/>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8561562A-939D-30B6-F976-9A34BD052A1C}"/>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40BE4D1-FFB3-7414-3785-E04CFDFAC58A}"/>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16" name="!!T_F">
            <a:extLst>
              <a:ext uri="{FF2B5EF4-FFF2-40B4-BE49-F238E27FC236}">
                <a16:creationId xmlns:a16="http://schemas.microsoft.com/office/drawing/2014/main" id="{4DE7B4F2-2342-86A4-7540-4AC63C0FC3E9}"/>
              </a:ext>
            </a:extLst>
          </p:cNvPr>
          <p:cNvSpPr txBox="1">
            <a:spLocks noChangeAspect="1"/>
          </p:cNvSpPr>
          <p:nvPr/>
        </p:nvSpPr>
        <p:spPr>
          <a:xfrm>
            <a:off x="7162800" y="1522473"/>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6" name="!!$_F">
            <a:extLst>
              <a:ext uri="{FF2B5EF4-FFF2-40B4-BE49-F238E27FC236}">
                <a16:creationId xmlns:a16="http://schemas.microsoft.com/office/drawing/2014/main" id="{A0B040F8-8C24-18B4-90A7-F31B8C3317D2}"/>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1" name="!!D_F">
            <a:extLst>
              <a:ext uri="{FF2B5EF4-FFF2-40B4-BE49-F238E27FC236}">
                <a16:creationId xmlns:a16="http://schemas.microsoft.com/office/drawing/2014/main" id="{E1906837-2A7B-039F-9DA0-DEC99BD45825}"/>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8" name="!!E1_F">
            <a:extLst>
              <a:ext uri="{FF2B5EF4-FFF2-40B4-BE49-F238E27FC236}">
                <a16:creationId xmlns:a16="http://schemas.microsoft.com/office/drawing/2014/main" id="{39E11766-92EF-0914-6234-7A4C008698B9}"/>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5" name="!!E2_F">
            <a:extLst>
              <a:ext uri="{FF2B5EF4-FFF2-40B4-BE49-F238E27FC236}">
                <a16:creationId xmlns:a16="http://schemas.microsoft.com/office/drawing/2014/main" id="{C872A0DE-9433-9F79-EE6C-45AB98F44273}"/>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18" name="!!I_F">
            <a:extLst>
              <a:ext uri="{FF2B5EF4-FFF2-40B4-BE49-F238E27FC236}">
                <a16:creationId xmlns:a16="http://schemas.microsoft.com/office/drawing/2014/main" id="{296AD66A-D684-34AA-3766-AB6827A5A612}"/>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0" name="!!N1_F">
            <a:extLst>
              <a:ext uri="{FF2B5EF4-FFF2-40B4-BE49-F238E27FC236}">
                <a16:creationId xmlns:a16="http://schemas.microsoft.com/office/drawing/2014/main" id="{5DF10EBC-7A2B-05C2-A06D-75A2948D5F6A}"/>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23" name="!!N2_F">
            <a:extLst>
              <a:ext uri="{FF2B5EF4-FFF2-40B4-BE49-F238E27FC236}">
                <a16:creationId xmlns:a16="http://schemas.microsoft.com/office/drawing/2014/main" id="{9E2064D9-CADE-AB0A-1AF8-854605C35C9E}"/>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2" name="!!R_F">
            <a:extLst>
              <a:ext uri="{FF2B5EF4-FFF2-40B4-BE49-F238E27FC236}">
                <a16:creationId xmlns:a16="http://schemas.microsoft.com/office/drawing/2014/main" id="{59E655D2-5DA8-D27B-9756-304659E1FEA4}"/>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14" name="TextBox 13">
            <a:extLst>
              <a:ext uri="{FF2B5EF4-FFF2-40B4-BE49-F238E27FC236}">
                <a16:creationId xmlns:a16="http://schemas.microsoft.com/office/drawing/2014/main" id="{C7B625E2-8B6D-164F-577A-5C237EAF24FE}"/>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1650355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5D90A-5316-BBFB-03B5-EB0F7A6129E6}"/>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BF903CC1-DF9A-0208-D9BE-E4ED64224C8A}"/>
              </a:ext>
            </a:extLst>
          </p:cNvPr>
          <p:cNvGrpSpPr/>
          <p:nvPr/>
        </p:nvGrpSpPr>
        <p:grpSpPr>
          <a:xfrm>
            <a:off x="7162800" y="0"/>
            <a:ext cx="768096" cy="6858000"/>
            <a:chOff x="5711952" y="0"/>
            <a:chExt cx="768096" cy="6858000"/>
          </a:xfrm>
        </p:grpSpPr>
        <p:sp>
          <p:nvSpPr>
            <p:cNvPr id="11" name="TextBox 10">
              <a:extLst>
                <a:ext uri="{FF2B5EF4-FFF2-40B4-BE49-F238E27FC236}">
                  <a16:creationId xmlns:a16="http://schemas.microsoft.com/office/drawing/2014/main" id="{39975B3C-23BA-D707-DAC9-0FD57937A993}"/>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408AC86D-46BC-AD35-9266-D38EE4D83147}"/>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BCF3ACC2-5326-F925-4A53-C5E0A8C4587C}"/>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C8079C5B-90DB-1A03-0560-71C39DE02CB9}"/>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9B7AEB2D-E196-D526-F99B-BDD0324D20ED}"/>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79AAA3CD-12B2-F9B4-7C40-DF9B7415439E}"/>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E470FC52-47EB-1250-EE87-EFA64F356F81}"/>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B570DD9F-ED59-FAFC-ECD1-B17F588A2137}"/>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EC29C4E8-827A-5A0F-AB9B-93AA59A7CA7C}"/>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6CEA3085-3869-DB4C-BA6D-358BC43B9586}"/>
              </a:ext>
            </a:extLst>
          </p:cNvPr>
          <p:cNvSpPr txBox="1"/>
          <p:nvPr/>
        </p:nvSpPr>
        <p:spPr>
          <a:xfrm>
            <a:off x="8951812"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cxnSp>
        <p:nvCxnSpPr>
          <p:cNvPr id="3" name="Straight Arrow Connector 2">
            <a:extLst>
              <a:ext uri="{FF2B5EF4-FFF2-40B4-BE49-F238E27FC236}">
                <a16:creationId xmlns:a16="http://schemas.microsoft.com/office/drawing/2014/main" id="{B5C6EA96-2E5C-BDD2-DB0C-F9BA999F4B30}"/>
              </a:ext>
            </a:extLst>
          </p:cNvPr>
          <p:cNvCxnSpPr/>
          <p:nvPr/>
        </p:nvCxnSpPr>
        <p:spPr>
          <a:xfrm flipH="1">
            <a:off x="5105400" y="3051810"/>
            <a:ext cx="1447800" cy="0"/>
          </a:xfrm>
          <a:prstGeom prst="straightConnector1">
            <a:avLst/>
          </a:prstGeom>
          <a:ln w="76200">
            <a:solidFill>
              <a:srgbClr val="247BA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A208FF1-C712-8706-D629-4637068CB027}"/>
              </a:ext>
            </a:extLst>
          </p:cNvPr>
          <p:cNvSpPr txBox="1"/>
          <p:nvPr/>
        </p:nvSpPr>
        <p:spPr>
          <a:xfrm>
            <a:off x="838200"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8" name="!!D_F">
            <a:extLst>
              <a:ext uri="{FF2B5EF4-FFF2-40B4-BE49-F238E27FC236}">
                <a16:creationId xmlns:a16="http://schemas.microsoft.com/office/drawing/2014/main" id="{4300D912-2D9B-D756-B100-2C4046BF4DAE}"/>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3953DA14-B3C8-5986-0E70-A4E417E71E24}"/>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DAA8076E-D309-4A34-6907-C1394E714924}"/>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7A9EFCD8-5EF3-2710-6D0E-1A0C2AAF67D7}"/>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0AA5B20E-B33A-40FC-17D1-C23D0DB7A077}"/>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8E255397-2416-9642-8890-34C8A7476161}"/>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A5AAFBF1-0992-096E-AB65-699036162574}"/>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840AB495-9F55-F404-7481-4792A81AE9DA}"/>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4E386E81-0EA1-F3D2-A5BA-60B8EB94007D}"/>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6" name="TextBox 5">
            <a:extLst>
              <a:ext uri="{FF2B5EF4-FFF2-40B4-BE49-F238E27FC236}">
                <a16:creationId xmlns:a16="http://schemas.microsoft.com/office/drawing/2014/main" id="{C3E53545-F63A-0C99-89DD-77B27A562151}"/>
              </a:ext>
            </a:extLst>
          </p:cNvPr>
          <p:cNvSpPr txBox="1"/>
          <p:nvPr/>
        </p:nvSpPr>
        <p:spPr>
          <a:xfrm>
            <a:off x="4887375" y="2506852"/>
            <a:ext cx="1883849" cy="1261884"/>
          </a:xfrm>
          <a:prstGeom prst="rect">
            <a:avLst/>
          </a:prstGeom>
          <a:noFill/>
        </p:spPr>
        <p:txBody>
          <a:bodyPr wrap="none" rtlCol="0">
            <a:spAutoFit/>
          </a:bodyPr>
          <a:lstStyle/>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Alphabetical</a:t>
            </a:r>
          </a:p>
          <a:p>
            <a:pPr algn="ctr"/>
            <a:endParaRPr lang="en-US" sz="3800" i="1" baseline="30000" dirty="0">
              <a:solidFill>
                <a:srgbClr val="247BA0"/>
              </a:solidFill>
              <a:latin typeface="Helvetica Neue Light" panose="02000403000000020004" pitchFamily="2" charset="0"/>
              <a:ea typeface="Helvetica Neue Light" panose="02000403000000020004" pitchFamily="2" charset="0"/>
            </a:endParaRP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order</a:t>
            </a:r>
          </a:p>
        </p:txBody>
      </p:sp>
    </p:spTree>
    <p:extLst>
      <p:ext uri="{BB962C8B-B14F-4D97-AF65-F5344CB8AC3E}">
        <p14:creationId xmlns:p14="http://schemas.microsoft.com/office/powerpoint/2010/main" val="2384303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D1C6-77C9-CE4E-061E-1A8604262A93}"/>
            </a:ext>
          </a:extLst>
        </p:cNvPr>
        <p:cNvGrpSpPr/>
        <p:nvPr/>
      </p:nvGrpSpPr>
      <p:grpSpPr>
        <a:xfrm>
          <a:off x="0" y="0"/>
          <a:ext cx="0" cy="0"/>
          <a:chOff x="0" y="0"/>
          <a:chExt cx="0" cy="0"/>
        </a:xfrm>
      </p:grpSpPr>
      <p:grpSp>
        <p:nvGrpSpPr>
          <p:cNvPr id="22" name="L">
            <a:extLst>
              <a:ext uri="{FF2B5EF4-FFF2-40B4-BE49-F238E27FC236}">
                <a16:creationId xmlns:a16="http://schemas.microsoft.com/office/drawing/2014/main" id="{D724B3B0-3F99-CF04-F615-1E432E3A5326}"/>
              </a:ext>
            </a:extLst>
          </p:cNvPr>
          <p:cNvGrpSpPr/>
          <p:nvPr/>
        </p:nvGrpSpPr>
        <p:grpSpPr>
          <a:xfrm>
            <a:off x="6017349" y="0"/>
            <a:ext cx="768096" cy="6858000"/>
            <a:chOff x="5711952" y="0"/>
            <a:chExt cx="768096" cy="6858000"/>
          </a:xfrm>
        </p:grpSpPr>
        <p:sp>
          <p:nvSpPr>
            <p:cNvPr id="11" name="TextBox 10">
              <a:extLst>
                <a:ext uri="{FF2B5EF4-FFF2-40B4-BE49-F238E27FC236}">
                  <a16:creationId xmlns:a16="http://schemas.microsoft.com/office/drawing/2014/main" id="{ACE24DB4-BEA1-4B76-E85B-78D1B1DF9E2D}"/>
                </a:ext>
              </a:extLst>
            </p:cNvPr>
            <p:cNvSpPr txBox="1">
              <a:spLocks noChangeAspect="1"/>
            </p:cNvSpPr>
            <p:nvPr/>
          </p:nvSpPr>
          <p:spPr>
            <a:xfrm>
              <a:off x="5711952"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4859A59C-9D97-9E70-6FE0-E47CB02DF99D}"/>
                </a:ext>
              </a:extLst>
            </p:cNvPr>
            <p:cNvSpPr txBox="1">
              <a:spLocks noChangeAspect="1"/>
            </p:cNvSpPr>
            <p:nvPr/>
          </p:nvSpPr>
          <p:spPr>
            <a:xfrm>
              <a:off x="5711952"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D2DD5169-6B0E-9AF6-4A42-19F15DAD1A81}"/>
                </a:ext>
              </a:extLst>
            </p:cNvPr>
            <p:cNvSpPr txBox="1">
              <a:spLocks noChangeAspect="1"/>
            </p:cNvSpPr>
            <p:nvPr/>
          </p:nvSpPr>
          <p:spPr>
            <a:xfrm>
              <a:off x="5711952"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9C1FD1A7-E31E-98AF-3C6E-1DB326F98D24}"/>
                </a:ext>
              </a:extLst>
            </p:cNvPr>
            <p:cNvSpPr txBox="1">
              <a:spLocks noChangeAspect="1"/>
            </p:cNvSpPr>
            <p:nvPr/>
          </p:nvSpPr>
          <p:spPr>
            <a:xfrm>
              <a:off x="5711952"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4473AF72-B491-5956-E70E-C61BB4B17032}"/>
                </a:ext>
              </a:extLst>
            </p:cNvPr>
            <p:cNvSpPr txBox="1">
              <a:spLocks noChangeAspect="1"/>
            </p:cNvSpPr>
            <p:nvPr/>
          </p:nvSpPr>
          <p:spPr>
            <a:xfrm>
              <a:off x="5711952"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4494AE0E-6350-5E22-8D8F-9BF228F7701E}"/>
                </a:ext>
              </a:extLst>
            </p:cNvPr>
            <p:cNvSpPr txBox="1">
              <a:spLocks noChangeAspect="1"/>
            </p:cNvSpPr>
            <p:nvPr/>
          </p:nvSpPr>
          <p:spPr>
            <a:xfrm>
              <a:off x="5711952"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5FE3BC94-B493-E657-73D8-C1C8526369ED}"/>
                </a:ext>
              </a:extLst>
            </p:cNvPr>
            <p:cNvSpPr txBox="1">
              <a:spLocks noChangeAspect="1"/>
            </p:cNvSpPr>
            <p:nvPr/>
          </p:nvSpPr>
          <p:spPr>
            <a:xfrm>
              <a:off x="5711952" y="380619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03A9632E-3310-7F5A-F24C-B64C8E2B0FAF}"/>
                </a:ext>
              </a:extLst>
            </p:cNvPr>
            <p:cNvSpPr txBox="1">
              <a:spLocks noChangeAspect="1"/>
            </p:cNvSpPr>
            <p:nvPr/>
          </p:nvSpPr>
          <p:spPr>
            <a:xfrm>
              <a:off x="5711952"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AD715925-FB71-3B3E-D12B-9A1072BEBA06}"/>
                </a:ext>
              </a:extLst>
            </p:cNvPr>
            <p:cNvSpPr txBox="1">
              <a:spLocks noChangeAspect="1"/>
            </p:cNvSpPr>
            <p:nvPr/>
          </p:nvSpPr>
          <p:spPr>
            <a:xfrm>
              <a:off x="5711952"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sp>
        <p:nvSpPr>
          <p:cNvPr id="20" name="TextBox 19">
            <a:extLst>
              <a:ext uri="{FF2B5EF4-FFF2-40B4-BE49-F238E27FC236}">
                <a16:creationId xmlns:a16="http://schemas.microsoft.com/office/drawing/2014/main" id="{F706F2C8-41F5-BA61-6847-F3015B5AAD48}"/>
              </a:ext>
            </a:extLst>
          </p:cNvPr>
          <p:cNvSpPr txBox="1"/>
          <p:nvPr/>
        </p:nvSpPr>
        <p:spPr>
          <a:xfrm>
            <a:off x="7806361" y="3090446"/>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
        <p:nvSpPr>
          <p:cNvPr id="4" name="TextBox 3">
            <a:extLst>
              <a:ext uri="{FF2B5EF4-FFF2-40B4-BE49-F238E27FC236}">
                <a16:creationId xmlns:a16="http://schemas.microsoft.com/office/drawing/2014/main" id="{D201C064-670C-DADE-8E60-508FF453E34F}"/>
              </a:ext>
            </a:extLst>
          </p:cNvPr>
          <p:cNvSpPr txBox="1"/>
          <p:nvPr/>
        </p:nvSpPr>
        <p:spPr>
          <a:xfrm>
            <a:off x="2320651" y="2895518"/>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
        <p:nvSpPr>
          <p:cNvPr id="8" name="!!D_F">
            <a:extLst>
              <a:ext uri="{FF2B5EF4-FFF2-40B4-BE49-F238E27FC236}">
                <a16:creationId xmlns:a16="http://schemas.microsoft.com/office/drawing/2014/main" id="{58A2EAC4-5733-2D33-C464-8738B49E4B24}"/>
              </a:ext>
            </a:extLst>
          </p:cNvPr>
          <p:cNvSpPr txBox="1">
            <a:spLocks noChangeAspect="1"/>
          </p:cNvSpPr>
          <p:nvPr/>
        </p:nvSpPr>
        <p:spPr>
          <a:xfrm>
            <a:off x="4988828"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31C6437B-A275-302B-D708-B72194B26ACE}"/>
              </a:ext>
            </a:extLst>
          </p:cNvPr>
          <p:cNvSpPr txBox="1">
            <a:spLocks noChangeAspect="1"/>
          </p:cNvSpPr>
          <p:nvPr/>
        </p:nvSpPr>
        <p:spPr>
          <a:xfrm>
            <a:off x="4988828"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99D138BA-7E68-7107-16E7-2F89B4BC19F6}"/>
              </a:ext>
            </a:extLst>
          </p:cNvPr>
          <p:cNvSpPr txBox="1">
            <a:spLocks noChangeAspect="1"/>
          </p:cNvSpPr>
          <p:nvPr/>
        </p:nvSpPr>
        <p:spPr>
          <a:xfrm>
            <a:off x="4988828"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A8C3618D-39A2-90B1-9BC1-04321C571F80}"/>
              </a:ext>
            </a:extLst>
          </p:cNvPr>
          <p:cNvSpPr txBox="1">
            <a:spLocks noChangeAspect="1"/>
          </p:cNvSpPr>
          <p:nvPr/>
        </p:nvSpPr>
        <p:spPr>
          <a:xfrm>
            <a:off x="4988828"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4BB91235-75FB-A0C9-E1A8-44A3DF4A3BFC}"/>
              </a:ext>
            </a:extLst>
          </p:cNvPr>
          <p:cNvSpPr txBox="1">
            <a:spLocks noChangeAspect="1"/>
          </p:cNvSpPr>
          <p:nvPr/>
        </p:nvSpPr>
        <p:spPr>
          <a:xfrm>
            <a:off x="4988828"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8C764571-44A2-91B3-0F62-9E2B96DA5664}"/>
              </a:ext>
            </a:extLst>
          </p:cNvPr>
          <p:cNvSpPr txBox="1">
            <a:spLocks noChangeAspect="1"/>
          </p:cNvSpPr>
          <p:nvPr/>
        </p:nvSpPr>
        <p:spPr>
          <a:xfrm>
            <a:off x="4988828"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C1835693-63EB-704E-0FDE-F5027DEC4BDB}"/>
              </a:ext>
            </a:extLst>
          </p:cNvPr>
          <p:cNvSpPr txBox="1">
            <a:spLocks noChangeAspect="1"/>
          </p:cNvSpPr>
          <p:nvPr/>
        </p:nvSpPr>
        <p:spPr>
          <a:xfrm>
            <a:off x="4988828"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2434A028-5B42-C551-20B5-6FD05A4E0186}"/>
              </a:ext>
            </a:extLst>
          </p:cNvPr>
          <p:cNvSpPr txBox="1">
            <a:spLocks noChangeAspect="1"/>
          </p:cNvSpPr>
          <p:nvPr/>
        </p:nvSpPr>
        <p:spPr>
          <a:xfrm>
            <a:off x="4988828"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1EDDAC5C-AA8A-23C6-E8B2-2600474F25DD}"/>
              </a:ext>
            </a:extLst>
          </p:cNvPr>
          <p:cNvSpPr txBox="1">
            <a:spLocks noChangeAspect="1"/>
          </p:cNvSpPr>
          <p:nvPr/>
        </p:nvSpPr>
        <p:spPr>
          <a:xfrm>
            <a:off x="4988828"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Tree>
    <p:extLst>
      <p:ext uri="{BB962C8B-B14F-4D97-AF65-F5344CB8AC3E}">
        <p14:creationId xmlns:p14="http://schemas.microsoft.com/office/powerpoint/2010/main" val="1518916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92274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182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BEF04-AFC9-EAD0-3270-32030567C36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900C329-D548-FB85-B3F0-FDA177EB53E4}"/>
              </a:ext>
            </a:extLst>
          </p:cNvPr>
          <p:cNvSpPr txBox="1">
            <a:spLocks noChangeAspect="1"/>
          </p:cNvSpPr>
          <p:nvPr/>
        </p:nvSpPr>
        <p:spPr>
          <a:xfrm>
            <a:off x="77724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05997853-5468-8DC3-9CC0-98AA41B8282B}"/>
              </a:ext>
            </a:extLst>
          </p:cNvPr>
          <p:cNvSpPr txBox="1">
            <a:spLocks noChangeAspect="1"/>
          </p:cNvSpPr>
          <p:nvPr/>
        </p:nvSpPr>
        <p:spPr>
          <a:xfrm>
            <a:off x="77724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6491BA54-6956-5CA7-06A8-8C01E580C69A}"/>
              </a:ext>
            </a:extLst>
          </p:cNvPr>
          <p:cNvSpPr txBox="1">
            <a:spLocks noChangeAspect="1"/>
          </p:cNvSpPr>
          <p:nvPr/>
        </p:nvSpPr>
        <p:spPr>
          <a:xfrm>
            <a:off x="77724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A39F6F88-45B1-CF7C-F7C4-2F6D5E8E9135}"/>
              </a:ext>
            </a:extLst>
          </p:cNvPr>
          <p:cNvSpPr txBox="1">
            <a:spLocks noChangeAspect="1"/>
          </p:cNvSpPr>
          <p:nvPr/>
        </p:nvSpPr>
        <p:spPr>
          <a:xfrm>
            <a:off x="77724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8FD59D3F-2EA3-D2A4-7CC0-E98B3F3F001C}"/>
              </a:ext>
            </a:extLst>
          </p:cNvPr>
          <p:cNvSpPr txBox="1">
            <a:spLocks noChangeAspect="1"/>
          </p:cNvSpPr>
          <p:nvPr/>
        </p:nvSpPr>
        <p:spPr>
          <a:xfrm>
            <a:off x="77724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E9B4D943-2647-3BB3-EA81-53DA88BE89D2}"/>
              </a:ext>
            </a:extLst>
          </p:cNvPr>
          <p:cNvSpPr txBox="1">
            <a:spLocks noChangeAspect="1"/>
          </p:cNvSpPr>
          <p:nvPr/>
        </p:nvSpPr>
        <p:spPr>
          <a:xfrm>
            <a:off x="77724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2FA502F6-4ACB-A9CC-AB38-BB9692BD841C}"/>
              </a:ext>
            </a:extLst>
          </p:cNvPr>
          <p:cNvSpPr txBox="1">
            <a:spLocks noChangeAspect="1"/>
          </p:cNvSpPr>
          <p:nvPr/>
        </p:nvSpPr>
        <p:spPr>
          <a:xfrm>
            <a:off x="77724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3DE28B96-EF5A-F156-1239-5D05B58D97BE}"/>
              </a:ext>
            </a:extLst>
          </p:cNvPr>
          <p:cNvSpPr txBox="1">
            <a:spLocks noChangeAspect="1"/>
          </p:cNvSpPr>
          <p:nvPr/>
        </p:nvSpPr>
        <p:spPr>
          <a:xfrm>
            <a:off x="77724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3E07A04C-B8CC-865F-455A-09128D49E0AC}"/>
              </a:ext>
            </a:extLst>
          </p:cNvPr>
          <p:cNvSpPr txBox="1">
            <a:spLocks noChangeAspect="1"/>
          </p:cNvSpPr>
          <p:nvPr/>
        </p:nvSpPr>
        <p:spPr>
          <a:xfrm>
            <a:off x="77724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8" name="!!D_F">
            <a:extLst>
              <a:ext uri="{FF2B5EF4-FFF2-40B4-BE49-F238E27FC236}">
                <a16:creationId xmlns:a16="http://schemas.microsoft.com/office/drawing/2014/main" id="{37D47B64-DC63-3FCB-39F3-441E4A3DF6A2}"/>
              </a:ext>
            </a:extLst>
          </p:cNvPr>
          <p:cNvSpPr txBox="1">
            <a:spLocks noChangeAspect="1"/>
          </p:cNvSpPr>
          <p:nvPr/>
        </p:nvSpPr>
        <p:spPr>
          <a:xfrm>
            <a:off x="5937505"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AD2F1CFF-6B0A-2BD0-8486-B14F2F856A6F}"/>
              </a:ext>
            </a:extLst>
          </p:cNvPr>
          <p:cNvSpPr txBox="1">
            <a:spLocks noChangeAspect="1"/>
          </p:cNvSpPr>
          <p:nvPr/>
        </p:nvSpPr>
        <p:spPr>
          <a:xfrm>
            <a:off x="593750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41179F82-BC8F-9741-FA09-99C4C13E9748}"/>
              </a:ext>
            </a:extLst>
          </p:cNvPr>
          <p:cNvSpPr txBox="1">
            <a:spLocks noChangeAspect="1"/>
          </p:cNvSpPr>
          <p:nvPr/>
        </p:nvSpPr>
        <p:spPr>
          <a:xfrm>
            <a:off x="5937505"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A3B9326A-C0B3-4242-9ECD-6B3D022F1759}"/>
              </a:ext>
            </a:extLst>
          </p:cNvPr>
          <p:cNvSpPr txBox="1">
            <a:spLocks noChangeAspect="1"/>
          </p:cNvSpPr>
          <p:nvPr/>
        </p:nvSpPr>
        <p:spPr>
          <a:xfrm>
            <a:off x="5937505"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02A222D7-480E-FF30-D535-B673F84ED7DF}"/>
              </a:ext>
            </a:extLst>
          </p:cNvPr>
          <p:cNvSpPr txBox="1">
            <a:spLocks noChangeAspect="1"/>
          </p:cNvSpPr>
          <p:nvPr/>
        </p:nvSpPr>
        <p:spPr>
          <a:xfrm>
            <a:off x="5937505"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F6B1CAE8-E86C-8C2B-C105-D9BB4D40069F}"/>
              </a:ext>
            </a:extLst>
          </p:cNvPr>
          <p:cNvSpPr txBox="1">
            <a:spLocks noChangeAspect="1"/>
          </p:cNvSpPr>
          <p:nvPr/>
        </p:nvSpPr>
        <p:spPr>
          <a:xfrm>
            <a:off x="5937505"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5EE5B7BC-D9DF-9EC0-D622-263F5CBC743E}"/>
              </a:ext>
            </a:extLst>
          </p:cNvPr>
          <p:cNvSpPr txBox="1">
            <a:spLocks noChangeAspect="1"/>
          </p:cNvSpPr>
          <p:nvPr/>
        </p:nvSpPr>
        <p:spPr>
          <a:xfrm>
            <a:off x="5937505"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4ED8CEE5-DC1F-9943-C14A-593365E0C346}"/>
              </a:ext>
            </a:extLst>
          </p:cNvPr>
          <p:cNvSpPr txBox="1">
            <a:spLocks noChangeAspect="1"/>
          </p:cNvSpPr>
          <p:nvPr/>
        </p:nvSpPr>
        <p:spPr>
          <a:xfrm>
            <a:off x="5937505"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4699D786-B66E-E3FD-B4C0-A1FED2162793}"/>
              </a:ext>
            </a:extLst>
          </p:cNvPr>
          <p:cNvSpPr txBox="1">
            <a:spLocks noChangeAspect="1"/>
          </p:cNvSpPr>
          <p:nvPr/>
        </p:nvSpPr>
        <p:spPr>
          <a:xfrm>
            <a:off x="5937505"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20" name="TextBox 19">
            <a:extLst>
              <a:ext uri="{FF2B5EF4-FFF2-40B4-BE49-F238E27FC236}">
                <a16:creationId xmlns:a16="http://schemas.microsoft.com/office/drawing/2014/main" id="{04445699-D241-5353-711D-4A3143272036}"/>
              </a:ext>
            </a:extLst>
          </p:cNvPr>
          <p:cNvSpPr txBox="1"/>
          <p:nvPr/>
        </p:nvSpPr>
        <p:spPr>
          <a:xfrm>
            <a:off x="8998872" y="2821851"/>
            <a:ext cx="2064989" cy="1066959"/>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a:t>
            </a:r>
          </a:p>
          <a:p>
            <a:pPr algn="ctr"/>
            <a:r>
              <a:rPr lang="en-US" sz="3800" i="1" baseline="30000" dirty="0">
                <a:solidFill>
                  <a:srgbClr val="212529"/>
                </a:solidFill>
                <a:latin typeface="Helvetica Neue Light" panose="02000403000000020004" pitchFamily="2" charset="0"/>
                <a:ea typeface="Helvetica Neue Light" panose="02000403000000020004" pitchFamily="2" charset="0"/>
              </a:rPr>
              <a:t>(Last column)</a:t>
            </a:r>
          </a:p>
        </p:txBody>
      </p:sp>
      <p:sp>
        <p:nvSpPr>
          <p:cNvPr id="22" name="TextBox 21">
            <a:extLst>
              <a:ext uri="{FF2B5EF4-FFF2-40B4-BE49-F238E27FC236}">
                <a16:creationId xmlns:a16="http://schemas.microsoft.com/office/drawing/2014/main" id="{FAC5D305-05FA-6B8F-F284-BB70329AE315}"/>
              </a:ext>
            </a:extLst>
          </p:cNvPr>
          <p:cNvSpPr txBox="1"/>
          <p:nvPr/>
        </p:nvSpPr>
        <p:spPr>
          <a:xfrm>
            <a:off x="3124200" y="2821851"/>
            <a:ext cx="2058577" cy="1066959"/>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p>
          <a:p>
            <a:pPr algn="ctr"/>
            <a:r>
              <a:rPr lang="en-US" sz="3800" i="1" baseline="30000" dirty="0">
                <a:solidFill>
                  <a:srgbClr val="247BA0"/>
                </a:solidFill>
                <a:latin typeface="Helvetica Neue Light" panose="02000403000000020004" pitchFamily="2" charset="0"/>
                <a:ea typeface="Helvetica Neue Light" panose="02000403000000020004" pitchFamily="2" charset="0"/>
              </a:rPr>
              <a:t>(First column)</a:t>
            </a:r>
          </a:p>
        </p:txBody>
      </p:sp>
    </p:spTree>
    <p:extLst>
      <p:ext uri="{BB962C8B-B14F-4D97-AF65-F5344CB8AC3E}">
        <p14:creationId xmlns:p14="http://schemas.microsoft.com/office/powerpoint/2010/main" val="435026771"/>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EACEE-0A97-AAD4-AD42-7010006C93E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6BF31FB-9B98-65C6-4F01-42D070CC2BA6}"/>
              </a:ext>
            </a:extLst>
          </p:cNvPr>
          <p:cNvSpPr txBox="1">
            <a:spLocks noChangeAspect="1"/>
          </p:cNvSpPr>
          <p:nvPr/>
        </p:nvSpPr>
        <p:spPr>
          <a:xfrm>
            <a:off x="77724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373CBDD7-C82C-9D41-24C2-DDEB4539B1DE}"/>
              </a:ext>
            </a:extLst>
          </p:cNvPr>
          <p:cNvSpPr txBox="1">
            <a:spLocks noChangeAspect="1"/>
          </p:cNvSpPr>
          <p:nvPr/>
        </p:nvSpPr>
        <p:spPr>
          <a:xfrm>
            <a:off x="77724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EEA8F3B-BDF1-92A9-BB59-4768F21629A8}"/>
              </a:ext>
            </a:extLst>
          </p:cNvPr>
          <p:cNvSpPr txBox="1">
            <a:spLocks noChangeAspect="1"/>
          </p:cNvSpPr>
          <p:nvPr/>
        </p:nvSpPr>
        <p:spPr>
          <a:xfrm>
            <a:off x="77724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D53B70FC-08DE-2442-788F-7EFB2D114FF1}"/>
              </a:ext>
            </a:extLst>
          </p:cNvPr>
          <p:cNvSpPr txBox="1">
            <a:spLocks noChangeAspect="1"/>
          </p:cNvSpPr>
          <p:nvPr/>
        </p:nvSpPr>
        <p:spPr>
          <a:xfrm>
            <a:off x="77724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304C33DF-33AF-1DC7-3A50-0C07E4A6AE58}"/>
              </a:ext>
            </a:extLst>
          </p:cNvPr>
          <p:cNvSpPr txBox="1">
            <a:spLocks noChangeAspect="1"/>
          </p:cNvSpPr>
          <p:nvPr/>
        </p:nvSpPr>
        <p:spPr>
          <a:xfrm>
            <a:off x="77724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C8292964-9A2B-77D9-8A26-0873AA1AFD8A}"/>
              </a:ext>
            </a:extLst>
          </p:cNvPr>
          <p:cNvSpPr txBox="1">
            <a:spLocks noChangeAspect="1"/>
          </p:cNvSpPr>
          <p:nvPr/>
        </p:nvSpPr>
        <p:spPr>
          <a:xfrm>
            <a:off x="77724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FFE19AEB-4B82-52BC-F7EB-0DF1A80D4CD3}"/>
              </a:ext>
            </a:extLst>
          </p:cNvPr>
          <p:cNvSpPr txBox="1">
            <a:spLocks noChangeAspect="1"/>
          </p:cNvSpPr>
          <p:nvPr/>
        </p:nvSpPr>
        <p:spPr>
          <a:xfrm>
            <a:off x="77724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CC6B57BD-F17C-1D3D-3AED-EDD7E1DAE45E}"/>
              </a:ext>
            </a:extLst>
          </p:cNvPr>
          <p:cNvSpPr txBox="1">
            <a:spLocks noChangeAspect="1"/>
          </p:cNvSpPr>
          <p:nvPr/>
        </p:nvSpPr>
        <p:spPr>
          <a:xfrm>
            <a:off x="77724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F48BA864-C632-640E-E1C0-9331FC842B29}"/>
              </a:ext>
            </a:extLst>
          </p:cNvPr>
          <p:cNvSpPr txBox="1">
            <a:spLocks noChangeAspect="1"/>
          </p:cNvSpPr>
          <p:nvPr/>
        </p:nvSpPr>
        <p:spPr>
          <a:xfrm>
            <a:off x="77724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8" name="!!D_F">
            <a:extLst>
              <a:ext uri="{FF2B5EF4-FFF2-40B4-BE49-F238E27FC236}">
                <a16:creationId xmlns:a16="http://schemas.microsoft.com/office/drawing/2014/main" id="{90F0A775-C88F-127C-E088-E23EF61E033D}"/>
              </a:ext>
            </a:extLst>
          </p:cNvPr>
          <p:cNvSpPr txBox="1">
            <a:spLocks noChangeAspect="1"/>
          </p:cNvSpPr>
          <p:nvPr/>
        </p:nvSpPr>
        <p:spPr>
          <a:xfrm>
            <a:off x="5937505"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19E6BECE-B5AC-E488-1108-8F590A449825}"/>
              </a:ext>
            </a:extLst>
          </p:cNvPr>
          <p:cNvSpPr txBox="1">
            <a:spLocks noChangeAspect="1"/>
          </p:cNvSpPr>
          <p:nvPr/>
        </p:nvSpPr>
        <p:spPr>
          <a:xfrm>
            <a:off x="593750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68B2C42D-0083-3E3B-95E8-1F7353C2305C}"/>
              </a:ext>
            </a:extLst>
          </p:cNvPr>
          <p:cNvSpPr txBox="1">
            <a:spLocks noChangeAspect="1"/>
          </p:cNvSpPr>
          <p:nvPr/>
        </p:nvSpPr>
        <p:spPr>
          <a:xfrm>
            <a:off x="5937505"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B4B4FEF2-10AD-6599-48ED-463E26D9F0CF}"/>
              </a:ext>
            </a:extLst>
          </p:cNvPr>
          <p:cNvSpPr txBox="1">
            <a:spLocks noChangeAspect="1"/>
          </p:cNvSpPr>
          <p:nvPr/>
        </p:nvSpPr>
        <p:spPr>
          <a:xfrm>
            <a:off x="5937505"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3C92CEE0-CC73-168E-7F5E-CB7985F3C92A}"/>
              </a:ext>
            </a:extLst>
          </p:cNvPr>
          <p:cNvSpPr txBox="1">
            <a:spLocks noChangeAspect="1"/>
          </p:cNvSpPr>
          <p:nvPr/>
        </p:nvSpPr>
        <p:spPr>
          <a:xfrm>
            <a:off x="5937505"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1034C5C5-8A57-3940-9643-AA59A92F760A}"/>
              </a:ext>
            </a:extLst>
          </p:cNvPr>
          <p:cNvSpPr txBox="1">
            <a:spLocks noChangeAspect="1"/>
          </p:cNvSpPr>
          <p:nvPr/>
        </p:nvSpPr>
        <p:spPr>
          <a:xfrm>
            <a:off x="5937505"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94F1DC1B-51FB-886D-C37A-B464CB3DE907}"/>
              </a:ext>
            </a:extLst>
          </p:cNvPr>
          <p:cNvSpPr txBox="1">
            <a:spLocks noChangeAspect="1"/>
          </p:cNvSpPr>
          <p:nvPr/>
        </p:nvSpPr>
        <p:spPr>
          <a:xfrm>
            <a:off x="5937505"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CECCCCF8-45B5-6477-99D1-39B8F8E72AE4}"/>
              </a:ext>
            </a:extLst>
          </p:cNvPr>
          <p:cNvSpPr txBox="1">
            <a:spLocks noChangeAspect="1"/>
          </p:cNvSpPr>
          <p:nvPr/>
        </p:nvSpPr>
        <p:spPr>
          <a:xfrm>
            <a:off x="5937505"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579D8692-1B71-57B2-8595-0776A1A339AD}"/>
              </a:ext>
            </a:extLst>
          </p:cNvPr>
          <p:cNvSpPr txBox="1">
            <a:spLocks noChangeAspect="1"/>
          </p:cNvSpPr>
          <p:nvPr/>
        </p:nvSpPr>
        <p:spPr>
          <a:xfrm>
            <a:off x="5937505"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3" name="TextBox 2">
            <a:extLst>
              <a:ext uri="{FF2B5EF4-FFF2-40B4-BE49-F238E27FC236}">
                <a16:creationId xmlns:a16="http://schemas.microsoft.com/office/drawing/2014/main" id="{57408D08-E166-883E-AA3A-904893B955EF}"/>
              </a:ext>
            </a:extLst>
          </p:cNvPr>
          <p:cNvSpPr txBox="1"/>
          <p:nvPr/>
        </p:nvSpPr>
        <p:spPr>
          <a:xfrm>
            <a:off x="1828800" y="3044952"/>
            <a:ext cx="2691764"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LF Mapping</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115723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28BF-B8AA-BBD4-DD85-49D90A15235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1018584-205C-D3BD-91F3-356B1C6A27A1}"/>
              </a:ext>
            </a:extLst>
          </p:cNvPr>
          <p:cNvSpPr txBox="1">
            <a:spLocks noChangeAspect="1"/>
          </p:cNvSpPr>
          <p:nvPr/>
        </p:nvSpPr>
        <p:spPr>
          <a:xfrm>
            <a:off x="77724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631E87FC-8929-F66E-3C79-367BF3C10F90}"/>
              </a:ext>
            </a:extLst>
          </p:cNvPr>
          <p:cNvSpPr txBox="1">
            <a:spLocks noChangeAspect="1"/>
          </p:cNvSpPr>
          <p:nvPr/>
        </p:nvSpPr>
        <p:spPr>
          <a:xfrm>
            <a:off x="77724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DDC58668-4CD6-99AB-FB19-5F1D0CB45CFF}"/>
              </a:ext>
            </a:extLst>
          </p:cNvPr>
          <p:cNvSpPr txBox="1">
            <a:spLocks noChangeAspect="1"/>
          </p:cNvSpPr>
          <p:nvPr/>
        </p:nvSpPr>
        <p:spPr>
          <a:xfrm>
            <a:off x="77724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B5DA6AA6-831B-D1AF-CE9C-3251B1B1DD94}"/>
              </a:ext>
            </a:extLst>
          </p:cNvPr>
          <p:cNvSpPr txBox="1">
            <a:spLocks noChangeAspect="1"/>
          </p:cNvSpPr>
          <p:nvPr/>
        </p:nvSpPr>
        <p:spPr>
          <a:xfrm>
            <a:off x="77724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69B77F31-D6A5-F473-A223-B949A140270E}"/>
              </a:ext>
            </a:extLst>
          </p:cNvPr>
          <p:cNvSpPr txBox="1">
            <a:spLocks noChangeAspect="1"/>
          </p:cNvSpPr>
          <p:nvPr/>
        </p:nvSpPr>
        <p:spPr>
          <a:xfrm>
            <a:off x="77724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A8B3C390-DC40-85E6-79FD-7C2D0CF664F1}"/>
              </a:ext>
            </a:extLst>
          </p:cNvPr>
          <p:cNvSpPr txBox="1">
            <a:spLocks noChangeAspect="1"/>
          </p:cNvSpPr>
          <p:nvPr/>
        </p:nvSpPr>
        <p:spPr>
          <a:xfrm>
            <a:off x="77724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54956734-FD6B-E730-2924-D210E632F0AF}"/>
              </a:ext>
            </a:extLst>
          </p:cNvPr>
          <p:cNvSpPr txBox="1">
            <a:spLocks noChangeAspect="1"/>
          </p:cNvSpPr>
          <p:nvPr/>
        </p:nvSpPr>
        <p:spPr>
          <a:xfrm>
            <a:off x="77724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3C9F8781-FF74-7326-90E0-41A46293F995}"/>
              </a:ext>
            </a:extLst>
          </p:cNvPr>
          <p:cNvSpPr txBox="1">
            <a:spLocks noChangeAspect="1"/>
          </p:cNvSpPr>
          <p:nvPr/>
        </p:nvSpPr>
        <p:spPr>
          <a:xfrm>
            <a:off x="7772400" y="5328666"/>
            <a:ext cx="768096" cy="768096"/>
          </a:xfrm>
          <a:prstGeom prst="rect">
            <a:avLst/>
          </a:prstGeom>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010F8EF8-AFDD-302C-59AA-59E44294FD93}"/>
              </a:ext>
            </a:extLst>
          </p:cNvPr>
          <p:cNvSpPr txBox="1">
            <a:spLocks noChangeAspect="1"/>
          </p:cNvSpPr>
          <p:nvPr/>
        </p:nvSpPr>
        <p:spPr>
          <a:xfrm>
            <a:off x="77724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8" name="!!D_F">
            <a:extLst>
              <a:ext uri="{FF2B5EF4-FFF2-40B4-BE49-F238E27FC236}">
                <a16:creationId xmlns:a16="http://schemas.microsoft.com/office/drawing/2014/main" id="{22C90BB3-99C1-266E-0E55-0E7A59109588}"/>
              </a:ext>
            </a:extLst>
          </p:cNvPr>
          <p:cNvSpPr txBox="1">
            <a:spLocks noChangeAspect="1"/>
          </p:cNvSpPr>
          <p:nvPr/>
        </p:nvSpPr>
        <p:spPr>
          <a:xfrm>
            <a:off x="5937505"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68DB23DC-4FB2-81AE-9CF6-39262BB6F84B}"/>
              </a:ext>
            </a:extLst>
          </p:cNvPr>
          <p:cNvSpPr txBox="1">
            <a:spLocks noChangeAspect="1"/>
          </p:cNvSpPr>
          <p:nvPr/>
        </p:nvSpPr>
        <p:spPr>
          <a:xfrm>
            <a:off x="593750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BA0F6417-02DC-09AA-034A-4FA358AA642B}"/>
              </a:ext>
            </a:extLst>
          </p:cNvPr>
          <p:cNvSpPr txBox="1">
            <a:spLocks noChangeAspect="1"/>
          </p:cNvSpPr>
          <p:nvPr/>
        </p:nvSpPr>
        <p:spPr>
          <a:xfrm>
            <a:off x="5937505"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7658D434-E4B7-0BCA-9614-A062FC81BA5E}"/>
              </a:ext>
            </a:extLst>
          </p:cNvPr>
          <p:cNvSpPr txBox="1">
            <a:spLocks noChangeAspect="1"/>
          </p:cNvSpPr>
          <p:nvPr/>
        </p:nvSpPr>
        <p:spPr>
          <a:xfrm>
            <a:off x="5937505"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D2AD8629-EBA6-CC78-C323-85F3F33E0428}"/>
              </a:ext>
            </a:extLst>
          </p:cNvPr>
          <p:cNvSpPr txBox="1">
            <a:spLocks noChangeAspect="1"/>
          </p:cNvSpPr>
          <p:nvPr/>
        </p:nvSpPr>
        <p:spPr>
          <a:xfrm>
            <a:off x="5937505"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34F28972-220D-6896-C378-12B32268F213}"/>
              </a:ext>
            </a:extLst>
          </p:cNvPr>
          <p:cNvSpPr txBox="1">
            <a:spLocks noChangeAspect="1"/>
          </p:cNvSpPr>
          <p:nvPr/>
        </p:nvSpPr>
        <p:spPr>
          <a:xfrm>
            <a:off x="5937505"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FE119D86-47AF-806B-5D5D-D650D8E1CCA3}"/>
              </a:ext>
            </a:extLst>
          </p:cNvPr>
          <p:cNvSpPr txBox="1">
            <a:spLocks noChangeAspect="1"/>
          </p:cNvSpPr>
          <p:nvPr/>
        </p:nvSpPr>
        <p:spPr>
          <a:xfrm>
            <a:off x="5937505"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DB39BAAE-FB8F-A540-71C9-94D215C5D37F}"/>
              </a:ext>
            </a:extLst>
          </p:cNvPr>
          <p:cNvSpPr txBox="1">
            <a:spLocks noChangeAspect="1"/>
          </p:cNvSpPr>
          <p:nvPr/>
        </p:nvSpPr>
        <p:spPr>
          <a:xfrm>
            <a:off x="5937505" y="2283714"/>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61B24B83-CD27-58C7-0414-E8BD859C5F19}"/>
              </a:ext>
            </a:extLst>
          </p:cNvPr>
          <p:cNvSpPr txBox="1">
            <a:spLocks noChangeAspect="1"/>
          </p:cNvSpPr>
          <p:nvPr/>
        </p:nvSpPr>
        <p:spPr>
          <a:xfrm>
            <a:off x="5937505"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3" name="TextBox 2">
            <a:extLst>
              <a:ext uri="{FF2B5EF4-FFF2-40B4-BE49-F238E27FC236}">
                <a16:creationId xmlns:a16="http://schemas.microsoft.com/office/drawing/2014/main" id="{5CD541BD-4FA5-7A6D-FFE1-ABA730C692D8}"/>
              </a:ext>
            </a:extLst>
          </p:cNvPr>
          <p:cNvSpPr txBox="1"/>
          <p:nvPr/>
        </p:nvSpPr>
        <p:spPr>
          <a:xfrm>
            <a:off x="1828800" y="3044952"/>
            <a:ext cx="2691764"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LF Mapping</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4" name="!!STAR_1">
            <a:extLst>
              <a:ext uri="{FF2B5EF4-FFF2-40B4-BE49-F238E27FC236}">
                <a16:creationId xmlns:a16="http://schemas.microsoft.com/office/drawing/2014/main" id="{3490654C-1AD3-A546-DA15-FA51CA1BA5E9}"/>
              </a:ext>
            </a:extLst>
          </p:cNvPr>
          <p:cNvSpPr txBox="1">
            <a:spLocks/>
          </p:cNvSpPr>
          <p:nvPr/>
        </p:nvSpPr>
        <p:spPr>
          <a:xfrm>
            <a:off x="6324600" y="2283714"/>
            <a:ext cx="1069848" cy="923330"/>
          </a:xfrm>
          <a:prstGeom prst="rect">
            <a:avLst/>
          </a:prstGeom>
          <a:noFill/>
        </p:spPr>
        <p:txBody>
          <a:bodyPr wrap="square">
            <a:spAutoFit/>
          </a:bodyPr>
          <a:lstStyle/>
          <a:p>
            <a:pPr marL="0" indent="0">
              <a:buNone/>
            </a:pPr>
            <a:r>
              <a:rPr lang="en-US" sz="5400" b="1" spc="1600" dirty="0">
                <a:solidFill>
                  <a:srgbClr val="247BA0"/>
                </a:solidFill>
                <a:latin typeface="American Typewriter" panose="02090604020004020304" pitchFamily="18" charset="77"/>
              </a:rPr>
              <a:t>*</a:t>
            </a:r>
          </a:p>
        </p:txBody>
      </p:sp>
      <p:sp>
        <p:nvSpPr>
          <p:cNvPr id="6" name="!!STAR_4">
            <a:extLst>
              <a:ext uri="{FF2B5EF4-FFF2-40B4-BE49-F238E27FC236}">
                <a16:creationId xmlns:a16="http://schemas.microsoft.com/office/drawing/2014/main" id="{DAB9CD33-B24A-CC2C-6361-00D3860F04D7}"/>
              </a:ext>
            </a:extLst>
          </p:cNvPr>
          <p:cNvSpPr txBox="1">
            <a:spLocks/>
          </p:cNvSpPr>
          <p:nvPr/>
        </p:nvSpPr>
        <p:spPr>
          <a:xfrm>
            <a:off x="8156448" y="5327904"/>
            <a:ext cx="1069848" cy="923330"/>
          </a:xfrm>
          <a:prstGeom prst="rect">
            <a:avLst/>
          </a:prstGeom>
          <a:noFill/>
        </p:spPr>
        <p:txBody>
          <a:bodyPr wrap="square">
            <a:spAutoFit/>
          </a:bodyPr>
          <a:lstStyle/>
          <a:p>
            <a:pPr marL="0" indent="0">
              <a:buNone/>
            </a:pPr>
            <a:r>
              <a:rPr lang="en-US" sz="5400" b="1"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3016501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E7988-6178-43B3-AC58-011A4168360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CC317CC-CAC9-A030-499D-23F1ACC2C727}"/>
              </a:ext>
            </a:extLst>
          </p:cNvPr>
          <p:cNvSpPr txBox="1">
            <a:spLocks noChangeAspect="1"/>
          </p:cNvSpPr>
          <p:nvPr/>
        </p:nvSpPr>
        <p:spPr>
          <a:xfrm>
            <a:off x="77724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2876FA0E-4251-2D3A-0BE3-3C823993B043}"/>
              </a:ext>
            </a:extLst>
          </p:cNvPr>
          <p:cNvSpPr txBox="1">
            <a:spLocks noChangeAspect="1"/>
          </p:cNvSpPr>
          <p:nvPr/>
        </p:nvSpPr>
        <p:spPr>
          <a:xfrm>
            <a:off x="77724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1FB230DC-8451-44BC-8F34-DA5F91AA171E}"/>
              </a:ext>
            </a:extLst>
          </p:cNvPr>
          <p:cNvSpPr txBox="1">
            <a:spLocks noChangeAspect="1"/>
          </p:cNvSpPr>
          <p:nvPr/>
        </p:nvSpPr>
        <p:spPr>
          <a:xfrm>
            <a:off x="77724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F01B6F94-8BE6-F377-2031-8821B9EA6DA4}"/>
              </a:ext>
            </a:extLst>
          </p:cNvPr>
          <p:cNvSpPr txBox="1">
            <a:spLocks noChangeAspect="1"/>
          </p:cNvSpPr>
          <p:nvPr/>
        </p:nvSpPr>
        <p:spPr>
          <a:xfrm>
            <a:off x="7772400" y="3044952"/>
            <a:ext cx="768096" cy="768096"/>
          </a:xfrm>
          <a:prstGeom prst="rect">
            <a:avLst/>
          </a:prstGeom>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A56AFD73-DD3B-9ECB-6FDE-976F71BE1923}"/>
              </a:ext>
            </a:extLst>
          </p:cNvPr>
          <p:cNvSpPr txBox="1">
            <a:spLocks noChangeAspect="1"/>
          </p:cNvSpPr>
          <p:nvPr/>
        </p:nvSpPr>
        <p:spPr>
          <a:xfrm>
            <a:off x="77724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44ECCB19-C128-487E-2063-CDAAC2F13E76}"/>
              </a:ext>
            </a:extLst>
          </p:cNvPr>
          <p:cNvSpPr txBox="1">
            <a:spLocks noChangeAspect="1"/>
          </p:cNvSpPr>
          <p:nvPr/>
        </p:nvSpPr>
        <p:spPr>
          <a:xfrm>
            <a:off x="77724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51599799-C695-55F2-4502-B42A863B279B}"/>
              </a:ext>
            </a:extLst>
          </p:cNvPr>
          <p:cNvSpPr txBox="1">
            <a:spLocks noChangeAspect="1"/>
          </p:cNvSpPr>
          <p:nvPr/>
        </p:nvSpPr>
        <p:spPr>
          <a:xfrm>
            <a:off x="77724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860BAB27-1162-0165-4329-A7B1876CBA3E}"/>
              </a:ext>
            </a:extLst>
          </p:cNvPr>
          <p:cNvSpPr txBox="1">
            <a:spLocks noChangeAspect="1"/>
          </p:cNvSpPr>
          <p:nvPr/>
        </p:nvSpPr>
        <p:spPr>
          <a:xfrm>
            <a:off x="77724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D9A0F20D-A564-FF32-1E57-F2C3A10AE5CC}"/>
              </a:ext>
            </a:extLst>
          </p:cNvPr>
          <p:cNvSpPr txBox="1">
            <a:spLocks noChangeAspect="1"/>
          </p:cNvSpPr>
          <p:nvPr/>
        </p:nvSpPr>
        <p:spPr>
          <a:xfrm>
            <a:off x="77724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8" name="!!D_F">
            <a:extLst>
              <a:ext uri="{FF2B5EF4-FFF2-40B4-BE49-F238E27FC236}">
                <a16:creationId xmlns:a16="http://schemas.microsoft.com/office/drawing/2014/main" id="{F0E37A40-EAB8-B0E8-CE23-1B11627D13EB}"/>
              </a:ext>
            </a:extLst>
          </p:cNvPr>
          <p:cNvSpPr txBox="1">
            <a:spLocks noChangeAspect="1"/>
          </p:cNvSpPr>
          <p:nvPr/>
        </p:nvSpPr>
        <p:spPr>
          <a:xfrm>
            <a:off x="5937505"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3539D077-7799-323C-898C-6310BFF030A7}"/>
              </a:ext>
            </a:extLst>
          </p:cNvPr>
          <p:cNvSpPr txBox="1">
            <a:spLocks noChangeAspect="1"/>
          </p:cNvSpPr>
          <p:nvPr/>
        </p:nvSpPr>
        <p:spPr>
          <a:xfrm>
            <a:off x="593750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D9344B2D-8582-54AC-2439-71CC1A1E7E8F}"/>
              </a:ext>
            </a:extLst>
          </p:cNvPr>
          <p:cNvSpPr txBox="1">
            <a:spLocks noChangeAspect="1"/>
          </p:cNvSpPr>
          <p:nvPr/>
        </p:nvSpPr>
        <p:spPr>
          <a:xfrm>
            <a:off x="5937505"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C3183133-D42C-8F1D-8B7A-D85F3C13CF68}"/>
              </a:ext>
            </a:extLst>
          </p:cNvPr>
          <p:cNvSpPr txBox="1">
            <a:spLocks noChangeAspect="1"/>
          </p:cNvSpPr>
          <p:nvPr/>
        </p:nvSpPr>
        <p:spPr>
          <a:xfrm>
            <a:off x="5937505" y="4567428"/>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6498E26A-AE8F-3F2F-5B18-02FAF6D0180B}"/>
              </a:ext>
            </a:extLst>
          </p:cNvPr>
          <p:cNvSpPr txBox="1">
            <a:spLocks noChangeAspect="1"/>
          </p:cNvSpPr>
          <p:nvPr/>
        </p:nvSpPr>
        <p:spPr>
          <a:xfrm>
            <a:off x="5937505"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3296AC39-6742-E77A-760E-35CBFD830864}"/>
              </a:ext>
            </a:extLst>
          </p:cNvPr>
          <p:cNvSpPr txBox="1">
            <a:spLocks noChangeAspect="1"/>
          </p:cNvSpPr>
          <p:nvPr/>
        </p:nvSpPr>
        <p:spPr>
          <a:xfrm>
            <a:off x="5937505"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005416A1-7406-01BD-C986-CC2E96411D6A}"/>
              </a:ext>
            </a:extLst>
          </p:cNvPr>
          <p:cNvSpPr txBox="1">
            <a:spLocks noChangeAspect="1"/>
          </p:cNvSpPr>
          <p:nvPr/>
        </p:nvSpPr>
        <p:spPr>
          <a:xfrm>
            <a:off x="5937505"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E3D5F9F2-6A7F-FBCE-5D11-6457A637CF47}"/>
              </a:ext>
            </a:extLst>
          </p:cNvPr>
          <p:cNvSpPr txBox="1">
            <a:spLocks noChangeAspect="1"/>
          </p:cNvSpPr>
          <p:nvPr/>
        </p:nvSpPr>
        <p:spPr>
          <a:xfrm>
            <a:off x="5937505"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356739CD-F893-0E90-E7D1-41300B6060D3}"/>
              </a:ext>
            </a:extLst>
          </p:cNvPr>
          <p:cNvSpPr txBox="1">
            <a:spLocks noChangeAspect="1"/>
          </p:cNvSpPr>
          <p:nvPr/>
        </p:nvSpPr>
        <p:spPr>
          <a:xfrm>
            <a:off x="5937505"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3" name="TextBox 2">
            <a:extLst>
              <a:ext uri="{FF2B5EF4-FFF2-40B4-BE49-F238E27FC236}">
                <a16:creationId xmlns:a16="http://schemas.microsoft.com/office/drawing/2014/main" id="{E97DC234-A232-E827-4207-D66D243FF833}"/>
              </a:ext>
            </a:extLst>
          </p:cNvPr>
          <p:cNvSpPr txBox="1"/>
          <p:nvPr/>
        </p:nvSpPr>
        <p:spPr>
          <a:xfrm>
            <a:off x="1828800" y="3044952"/>
            <a:ext cx="2691764"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LF Mapping</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4" name="!!STAR_1">
            <a:extLst>
              <a:ext uri="{FF2B5EF4-FFF2-40B4-BE49-F238E27FC236}">
                <a16:creationId xmlns:a16="http://schemas.microsoft.com/office/drawing/2014/main" id="{5464647D-4A36-3745-0C8A-056525866E6B}"/>
              </a:ext>
            </a:extLst>
          </p:cNvPr>
          <p:cNvSpPr txBox="1">
            <a:spLocks/>
          </p:cNvSpPr>
          <p:nvPr/>
        </p:nvSpPr>
        <p:spPr>
          <a:xfrm>
            <a:off x="6324600"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_4">
            <a:extLst>
              <a:ext uri="{FF2B5EF4-FFF2-40B4-BE49-F238E27FC236}">
                <a16:creationId xmlns:a16="http://schemas.microsoft.com/office/drawing/2014/main" id="{FAA760E3-644B-7729-23F7-ACAC4F3AFE93}"/>
              </a:ext>
            </a:extLst>
          </p:cNvPr>
          <p:cNvSpPr txBox="1">
            <a:spLocks/>
          </p:cNvSpPr>
          <p:nvPr/>
        </p:nvSpPr>
        <p:spPr>
          <a:xfrm>
            <a:off x="8156448"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p>
        </p:txBody>
      </p:sp>
      <p:sp>
        <p:nvSpPr>
          <p:cNvPr id="20" name="!!STAR_2">
            <a:extLst>
              <a:ext uri="{FF2B5EF4-FFF2-40B4-BE49-F238E27FC236}">
                <a16:creationId xmlns:a16="http://schemas.microsoft.com/office/drawing/2014/main" id="{2E998AF9-A7ED-1B60-7F19-60AED2D1DE82}"/>
              </a:ext>
            </a:extLst>
          </p:cNvPr>
          <p:cNvSpPr txBox="1">
            <a:spLocks/>
          </p:cNvSpPr>
          <p:nvPr/>
        </p:nvSpPr>
        <p:spPr>
          <a:xfrm>
            <a:off x="6351608" y="4646926"/>
            <a:ext cx="1069848" cy="923330"/>
          </a:xfrm>
          <a:prstGeom prst="rect">
            <a:avLst/>
          </a:prstGeom>
          <a:noFill/>
        </p:spPr>
        <p:txBody>
          <a:bodyPr wrap="square">
            <a:spAutoFit/>
          </a:bodyPr>
          <a:lstStyle/>
          <a:p>
            <a:pPr marL="0" indent="0">
              <a:buNone/>
            </a:pPr>
            <a:r>
              <a:rPr lang="en-US" sz="5400" b="1" spc="1600" dirty="0">
                <a:solidFill>
                  <a:srgbClr val="247BA0"/>
                </a:solidFill>
                <a:latin typeface="American Typewriter" panose="02090604020004020304" pitchFamily="18" charset="77"/>
              </a:rPr>
              <a:t>*</a:t>
            </a:r>
          </a:p>
        </p:txBody>
      </p:sp>
      <p:sp>
        <p:nvSpPr>
          <p:cNvPr id="22" name="!!STAR_3">
            <a:extLst>
              <a:ext uri="{FF2B5EF4-FFF2-40B4-BE49-F238E27FC236}">
                <a16:creationId xmlns:a16="http://schemas.microsoft.com/office/drawing/2014/main" id="{00CF9C1B-2448-5A39-959F-2C1D5F3D4EB7}"/>
              </a:ext>
            </a:extLst>
          </p:cNvPr>
          <p:cNvSpPr txBox="1">
            <a:spLocks/>
          </p:cNvSpPr>
          <p:nvPr/>
        </p:nvSpPr>
        <p:spPr>
          <a:xfrm>
            <a:off x="8171881" y="3078206"/>
            <a:ext cx="1069848" cy="923330"/>
          </a:xfrm>
          <a:prstGeom prst="rect">
            <a:avLst/>
          </a:prstGeom>
          <a:noFill/>
        </p:spPr>
        <p:txBody>
          <a:bodyPr wrap="square">
            <a:spAutoFit/>
          </a:bodyPr>
          <a:lstStyle/>
          <a:p>
            <a:pPr marL="0" indent="0">
              <a:buNone/>
            </a:pPr>
            <a:r>
              <a:rPr lang="en-US" sz="5400" b="1"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2318760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B24C2-4BA7-AA3D-192D-CD62492E3E2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810C700-BCED-F3D1-E4E5-44FAE383D81A}"/>
              </a:ext>
            </a:extLst>
          </p:cNvPr>
          <p:cNvSpPr txBox="1">
            <a:spLocks noChangeAspect="1"/>
          </p:cNvSpPr>
          <p:nvPr/>
        </p:nvSpPr>
        <p:spPr>
          <a:xfrm>
            <a:off x="77724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7215F46E-1EE8-3AFF-9A87-F284A03B1F69}"/>
              </a:ext>
            </a:extLst>
          </p:cNvPr>
          <p:cNvSpPr txBox="1">
            <a:spLocks noChangeAspect="1"/>
          </p:cNvSpPr>
          <p:nvPr/>
        </p:nvSpPr>
        <p:spPr>
          <a:xfrm>
            <a:off x="77724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C8A6BDB6-891B-410B-E908-90A2048BB064}"/>
              </a:ext>
            </a:extLst>
          </p:cNvPr>
          <p:cNvSpPr txBox="1">
            <a:spLocks noChangeAspect="1"/>
          </p:cNvSpPr>
          <p:nvPr/>
        </p:nvSpPr>
        <p:spPr>
          <a:xfrm>
            <a:off x="77724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5B647397-2B0C-C0E8-C461-ACB7088FE5D2}"/>
              </a:ext>
            </a:extLst>
          </p:cNvPr>
          <p:cNvSpPr txBox="1">
            <a:spLocks noChangeAspect="1"/>
          </p:cNvSpPr>
          <p:nvPr/>
        </p:nvSpPr>
        <p:spPr>
          <a:xfrm>
            <a:off x="77724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73F01E29-1A25-6FB4-47C8-831F43DE4643}"/>
              </a:ext>
            </a:extLst>
          </p:cNvPr>
          <p:cNvSpPr txBox="1">
            <a:spLocks noChangeAspect="1"/>
          </p:cNvSpPr>
          <p:nvPr/>
        </p:nvSpPr>
        <p:spPr>
          <a:xfrm>
            <a:off x="77724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EEA3C4F8-AFA7-30EB-4A98-2CCC48C624AB}"/>
              </a:ext>
            </a:extLst>
          </p:cNvPr>
          <p:cNvSpPr txBox="1">
            <a:spLocks noChangeAspect="1"/>
          </p:cNvSpPr>
          <p:nvPr/>
        </p:nvSpPr>
        <p:spPr>
          <a:xfrm>
            <a:off x="77724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DC5B7B21-A64C-62B8-D232-49A4579CC044}"/>
              </a:ext>
            </a:extLst>
          </p:cNvPr>
          <p:cNvSpPr txBox="1">
            <a:spLocks noChangeAspect="1"/>
          </p:cNvSpPr>
          <p:nvPr/>
        </p:nvSpPr>
        <p:spPr>
          <a:xfrm>
            <a:off x="77724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6B0E5E98-874A-622C-64A0-F830A6EF08C6}"/>
              </a:ext>
            </a:extLst>
          </p:cNvPr>
          <p:cNvSpPr txBox="1">
            <a:spLocks noChangeAspect="1"/>
          </p:cNvSpPr>
          <p:nvPr/>
        </p:nvSpPr>
        <p:spPr>
          <a:xfrm>
            <a:off x="77724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3B5528BD-5620-3009-D720-EBB885BD33B9}"/>
              </a:ext>
            </a:extLst>
          </p:cNvPr>
          <p:cNvSpPr txBox="1">
            <a:spLocks noChangeAspect="1"/>
          </p:cNvSpPr>
          <p:nvPr/>
        </p:nvSpPr>
        <p:spPr>
          <a:xfrm>
            <a:off x="77724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8" name="!!D_F">
            <a:extLst>
              <a:ext uri="{FF2B5EF4-FFF2-40B4-BE49-F238E27FC236}">
                <a16:creationId xmlns:a16="http://schemas.microsoft.com/office/drawing/2014/main" id="{1DBD579D-C95B-DF85-7123-D789FB68803F}"/>
              </a:ext>
            </a:extLst>
          </p:cNvPr>
          <p:cNvSpPr txBox="1">
            <a:spLocks noChangeAspect="1"/>
          </p:cNvSpPr>
          <p:nvPr/>
        </p:nvSpPr>
        <p:spPr>
          <a:xfrm>
            <a:off x="5937505"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21064ECD-2531-7D0B-F878-A2243A1ED852}"/>
              </a:ext>
            </a:extLst>
          </p:cNvPr>
          <p:cNvSpPr txBox="1">
            <a:spLocks noChangeAspect="1"/>
          </p:cNvSpPr>
          <p:nvPr/>
        </p:nvSpPr>
        <p:spPr>
          <a:xfrm>
            <a:off x="593750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24D4A7EF-19A3-F8E6-78CA-F3A4B21E908E}"/>
              </a:ext>
            </a:extLst>
          </p:cNvPr>
          <p:cNvSpPr txBox="1">
            <a:spLocks noChangeAspect="1"/>
          </p:cNvSpPr>
          <p:nvPr/>
        </p:nvSpPr>
        <p:spPr>
          <a:xfrm>
            <a:off x="5937505"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6DCA7760-0CF9-D5E4-2A45-D13D30182A28}"/>
              </a:ext>
            </a:extLst>
          </p:cNvPr>
          <p:cNvSpPr txBox="1">
            <a:spLocks noChangeAspect="1"/>
          </p:cNvSpPr>
          <p:nvPr/>
        </p:nvSpPr>
        <p:spPr>
          <a:xfrm>
            <a:off x="5937505"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72243D18-E16C-3F41-8C08-F497EA9890E5}"/>
              </a:ext>
            </a:extLst>
          </p:cNvPr>
          <p:cNvSpPr txBox="1">
            <a:spLocks noChangeAspect="1"/>
          </p:cNvSpPr>
          <p:nvPr/>
        </p:nvSpPr>
        <p:spPr>
          <a:xfrm>
            <a:off x="5937505"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3F045B8A-32A6-D700-54DE-3973993E36D6}"/>
              </a:ext>
            </a:extLst>
          </p:cNvPr>
          <p:cNvSpPr txBox="1">
            <a:spLocks noChangeAspect="1"/>
          </p:cNvSpPr>
          <p:nvPr/>
        </p:nvSpPr>
        <p:spPr>
          <a:xfrm>
            <a:off x="5937505"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AA6239F3-149E-E2A5-5D79-DED86280D3DA}"/>
              </a:ext>
            </a:extLst>
          </p:cNvPr>
          <p:cNvSpPr txBox="1">
            <a:spLocks noChangeAspect="1"/>
          </p:cNvSpPr>
          <p:nvPr/>
        </p:nvSpPr>
        <p:spPr>
          <a:xfrm>
            <a:off x="5937505"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C7F68FE8-7EAC-866B-2117-7110D3F6705D}"/>
              </a:ext>
            </a:extLst>
          </p:cNvPr>
          <p:cNvSpPr txBox="1">
            <a:spLocks noChangeAspect="1"/>
          </p:cNvSpPr>
          <p:nvPr/>
        </p:nvSpPr>
        <p:spPr>
          <a:xfrm>
            <a:off x="5937505"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7B62D2E6-8E35-01A0-7697-CD3AC8565165}"/>
              </a:ext>
            </a:extLst>
          </p:cNvPr>
          <p:cNvSpPr txBox="1">
            <a:spLocks noChangeAspect="1"/>
          </p:cNvSpPr>
          <p:nvPr/>
        </p:nvSpPr>
        <p:spPr>
          <a:xfrm>
            <a:off x="5937505"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3" name="TextBox 2">
            <a:extLst>
              <a:ext uri="{FF2B5EF4-FFF2-40B4-BE49-F238E27FC236}">
                <a16:creationId xmlns:a16="http://schemas.microsoft.com/office/drawing/2014/main" id="{9A49E48A-8CE5-B9AD-9ABA-164582E7A5EF}"/>
              </a:ext>
            </a:extLst>
          </p:cNvPr>
          <p:cNvSpPr txBox="1"/>
          <p:nvPr/>
        </p:nvSpPr>
        <p:spPr>
          <a:xfrm>
            <a:off x="1828800" y="3044952"/>
            <a:ext cx="2691764"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LF Mapping</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4" name="!!STAR_1">
            <a:extLst>
              <a:ext uri="{FF2B5EF4-FFF2-40B4-BE49-F238E27FC236}">
                <a16:creationId xmlns:a16="http://schemas.microsoft.com/office/drawing/2014/main" id="{616060FA-585C-78F8-0670-037D35B37899}"/>
              </a:ext>
            </a:extLst>
          </p:cNvPr>
          <p:cNvSpPr txBox="1">
            <a:spLocks/>
          </p:cNvSpPr>
          <p:nvPr/>
        </p:nvSpPr>
        <p:spPr>
          <a:xfrm>
            <a:off x="6324600"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_4">
            <a:extLst>
              <a:ext uri="{FF2B5EF4-FFF2-40B4-BE49-F238E27FC236}">
                <a16:creationId xmlns:a16="http://schemas.microsoft.com/office/drawing/2014/main" id="{4A568334-5DA7-F951-0230-062EBD5966D5}"/>
              </a:ext>
            </a:extLst>
          </p:cNvPr>
          <p:cNvSpPr txBox="1">
            <a:spLocks/>
          </p:cNvSpPr>
          <p:nvPr/>
        </p:nvSpPr>
        <p:spPr>
          <a:xfrm>
            <a:off x="8156448"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p>
        </p:txBody>
      </p:sp>
      <p:sp>
        <p:nvSpPr>
          <p:cNvPr id="20" name="!!STAR_2">
            <a:extLst>
              <a:ext uri="{FF2B5EF4-FFF2-40B4-BE49-F238E27FC236}">
                <a16:creationId xmlns:a16="http://schemas.microsoft.com/office/drawing/2014/main" id="{FA63CE22-6DF0-C518-6CC9-169841BC9551}"/>
              </a:ext>
            </a:extLst>
          </p:cNvPr>
          <p:cNvSpPr txBox="1">
            <a:spLocks/>
          </p:cNvSpPr>
          <p:nvPr/>
        </p:nvSpPr>
        <p:spPr>
          <a:xfrm>
            <a:off x="6351608" y="4646926"/>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2" name="!!STAR_3">
            <a:extLst>
              <a:ext uri="{FF2B5EF4-FFF2-40B4-BE49-F238E27FC236}">
                <a16:creationId xmlns:a16="http://schemas.microsoft.com/office/drawing/2014/main" id="{2E4C3CC9-D368-A67C-A36D-6AA09EC0B546}"/>
              </a:ext>
            </a:extLst>
          </p:cNvPr>
          <p:cNvSpPr txBox="1">
            <a:spLocks/>
          </p:cNvSpPr>
          <p:nvPr/>
        </p:nvSpPr>
        <p:spPr>
          <a:xfrm>
            <a:off x="8171881" y="3078206"/>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3717677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067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DC68-057A-8E3C-1597-34B5A03C90B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FFCD5D1-52AF-AE72-EE7D-2255E80EA36F}"/>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E0271CA3-E77C-0D48-8C37-FE713CFF4451}"/>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B9C18CB3-7CA9-A6B5-10DE-623F5F126DB8}"/>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13C41ADF-A2CB-1E45-27C3-0EC486F539DA}"/>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FE43059E-8456-DB86-A630-46C24A92112B}"/>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4CDAF858-6F14-B6A7-D486-DADCA1F8DF8E}"/>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D833ACCC-85C1-AAFD-374D-4DF7D09426E3}"/>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84CB2FB5-6539-916D-EEA3-F631B4FC31B6}"/>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36A30156-D471-401A-994D-91337431C42D}"/>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sp>
        <p:nvSpPr>
          <p:cNvPr id="8" name="!!D_F">
            <a:extLst>
              <a:ext uri="{FF2B5EF4-FFF2-40B4-BE49-F238E27FC236}">
                <a16:creationId xmlns:a16="http://schemas.microsoft.com/office/drawing/2014/main" id="{7C9F15EC-9E4A-25A9-BF19-EFDBD5290E30}"/>
              </a:ext>
            </a:extLst>
          </p:cNvPr>
          <p:cNvSpPr txBox="1">
            <a:spLocks noChangeAspect="1"/>
          </p:cNvSpPr>
          <p:nvPr/>
        </p:nvSpPr>
        <p:spPr>
          <a:xfrm>
            <a:off x="9753600"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3F285600-8682-AF3F-0FED-A64172984488}"/>
              </a:ext>
            </a:extLst>
          </p:cNvPr>
          <p:cNvSpPr txBox="1">
            <a:spLocks noChangeAspect="1"/>
          </p:cNvSpPr>
          <p:nvPr/>
        </p:nvSpPr>
        <p:spPr>
          <a:xfrm>
            <a:off x="9753600"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93CF3CF4-6DE5-2C65-CDB7-960A19A897E0}"/>
              </a:ext>
            </a:extLst>
          </p:cNvPr>
          <p:cNvSpPr txBox="1">
            <a:spLocks noChangeAspect="1"/>
          </p:cNvSpPr>
          <p:nvPr/>
        </p:nvSpPr>
        <p:spPr>
          <a:xfrm>
            <a:off x="9753600"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C255246F-EAEA-9A22-9BFB-E5B49BA68177}"/>
              </a:ext>
            </a:extLst>
          </p:cNvPr>
          <p:cNvSpPr txBox="1">
            <a:spLocks noChangeAspect="1"/>
          </p:cNvSpPr>
          <p:nvPr/>
        </p:nvSpPr>
        <p:spPr>
          <a:xfrm>
            <a:off x="9753600"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787E0D1A-BFFC-CCC5-B312-1A302C7B3A96}"/>
              </a:ext>
            </a:extLst>
          </p:cNvPr>
          <p:cNvSpPr txBox="1">
            <a:spLocks noChangeAspect="1"/>
          </p:cNvSpPr>
          <p:nvPr/>
        </p:nvSpPr>
        <p:spPr>
          <a:xfrm>
            <a:off x="9753600"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22A2DB9F-DBDF-A3F0-5B7D-408F84BCB9E0}"/>
              </a:ext>
            </a:extLst>
          </p:cNvPr>
          <p:cNvSpPr txBox="1">
            <a:spLocks noChangeAspect="1"/>
          </p:cNvSpPr>
          <p:nvPr/>
        </p:nvSpPr>
        <p:spPr>
          <a:xfrm>
            <a:off x="9753600"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F5547144-E4B6-F4F0-D793-513185812860}"/>
              </a:ext>
            </a:extLst>
          </p:cNvPr>
          <p:cNvSpPr txBox="1">
            <a:spLocks noChangeAspect="1"/>
          </p:cNvSpPr>
          <p:nvPr/>
        </p:nvSpPr>
        <p:spPr>
          <a:xfrm>
            <a:off x="9753600"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C01B7736-2380-E73B-0D78-FF62C56296B0}"/>
              </a:ext>
            </a:extLst>
          </p:cNvPr>
          <p:cNvSpPr txBox="1">
            <a:spLocks noChangeAspect="1"/>
          </p:cNvSpPr>
          <p:nvPr/>
        </p:nvSpPr>
        <p:spPr>
          <a:xfrm>
            <a:off x="9753600"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24EE5608-896C-688B-457A-A91C10737F2E}"/>
              </a:ext>
            </a:extLst>
          </p:cNvPr>
          <p:cNvSpPr txBox="1">
            <a:spLocks noChangeAspect="1"/>
          </p:cNvSpPr>
          <p:nvPr/>
        </p:nvSpPr>
        <p:spPr>
          <a:xfrm>
            <a:off x="9753600"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sp>
        <p:nvSpPr>
          <p:cNvPr id="4" name="!!STAR_1">
            <a:extLst>
              <a:ext uri="{FF2B5EF4-FFF2-40B4-BE49-F238E27FC236}">
                <a16:creationId xmlns:a16="http://schemas.microsoft.com/office/drawing/2014/main" id="{119E38A7-12BE-C356-63AB-4AFAE49A7130}"/>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_2">
            <a:extLst>
              <a:ext uri="{FF2B5EF4-FFF2-40B4-BE49-F238E27FC236}">
                <a16:creationId xmlns:a16="http://schemas.microsoft.com/office/drawing/2014/main" id="{8011F8F7-B2C4-4544-E539-55CCF7B15E4D}"/>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_3">
            <a:extLst>
              <a:ext uri="{FF2B5EF4-FFF2-40B4-BE49-F238E27FC236}">
                <a16:creationId xmlns:a16="http://schemas.microsoft.com/office/drawing/2014/main" id="{47853204-6A15-6236-98DB-B8963E8EBDE7}"/>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_4">
            <a:extLst>
              <a:ext uri="{FF2B5EF4-FFF2-40B4-BE49-F238E27FC236}">
                <a16:creationId xmlns:a16="http://schemas.microsoft.com/office/drawing/2014/main" id="{E559262E-203E-3D65-24CF-DF5AFF1005D0}"/>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Tree>
    <p:extLst>
      <p:ext uri="{BB962C8B-B14F-4D97-AF65-F5344CB8AC3E}">
        <p14:creationId xmlns:p14="http://schemas.microsoft.com/office/powerpoint/2010/main" val="23508903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AE00-5751-4621-87AA-608B2E15DD9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3B22AA0-04D0-87C1-B384-FB796A58631F}"/>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BE91BCC9-6BEE-85C3-F8D5-5E1B7D7426DD}"/>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90519DEE-4745-3188-EAC1-BAAE691DD12E}"/>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EB4ACB57-C1BA-FA55-3C08-4BDAA38A17E8}"/>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3E48A98E-6FC1-270A-80E9-97CFEC67F635}"/>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9ED44563-61C6-CAA1-A9F9-FEB8EAE5573F}"/>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BEAC5A7C-F9C0-BE94-82AA-79DAD6779981}"/>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44461FB7-5F22-0453-9822-A0DA7E776FFC}"/>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0D440C37-05F0-2DAD-6B15-0E3A37D658D8}"/>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074A64C6-7DA4-2686-91A4-15CDD9DAF817}"/>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B158F718-A619-85E5-8A8E-5551B745A52B}"/>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F27472EB-6A57-BAE7-34FE-D23606F61638}"/>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7368B59B-A4F7-DF10-90B6-28531AA08476}"/>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BD68CDB0-D4CB-14DB-A30A-10547EF375A8}"/>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CB8C8187-39C6-8141-FC4F-10173AE18891}"/>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1A7DC84C-FC17-A2EE-5858-B08DB3D4CF3B}"/>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08C4B816-0D48-FA96-99D7-6437590E4833}"/>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b="1"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15353DDE-2CF6-F166-41B4-478B26115255}"/>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C3ABD964-BB09-C44B-F389-9865FCB43FD0}"/>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0957CA53-DCAF-35B2-69ED-9060DDF6909A}"/>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0182D174-691C-685F-5671-2C5E2C95D406}"/>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F9EE1DA0-40C9-6003-6C7F-3ADAFC9A1DBA}"/>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D6C802A6-B259-4C7A-0E01-4F03284D1683}"/>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C2099682-E6FF-9E4F-5927-D8488970A2A5}"/>
              </a:ext>
            </a:extLst>
          </p:cNvPr>
          <p:cNvSpPr/>
          <p:nvPr/>
        </p:nvSpPr>
        <p:spPr>
          <a:xfrm>
            <a:off x="8628888" y="141732"/>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E259ECA3-DA45-AE06-7DA8-592109BBE0C3}"/>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4294856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1BD6-1873-7106-0EDD-82C3DE92DB5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C726388-FEFB-FC1A-D62F-9DE1A72A3657}"/>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D61480FA-C7C1-6B30-EFB5-BEC841B78689}"/>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2FFE0106-152A-AE58-9010-44DCFB0EF160}"/>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799F78B5-EB4E-EF47-0F5F-233C596C834D}"/>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CD7EAC59-D430-FF11-EFC5-2DDAD2243CDE}"/>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37FCAD29-A2D4-2373-1891-BE51AEA729E8}"/>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6E1C421E-E91E-B313-4546-67C58D591D4D}"/>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67736BAB-4B17-35A5-637E-80E32943FB89}"/>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6E07F05A-49D1-629D-0EB5-430C16CA9A6D}"/>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CA7307BF-65E4-C30B-A0BD-ADF580F7A465}"/>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EC8233FD-4675-3CEF-8409-170465CDA28F}"/>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1021AA71-8165-BF60-8D40-21254E5C585A}"/>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66104C26-C867-43DA-42E1-5E35731E5A8A}"/>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923BE86C-050C-7BD7-5C1D-5D1484D48449}"/>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3E61E3BB-14AA-3432-7148-9D49A44D7072}"/>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36989FE6-0449-1002-B2E4-BA61DB7FFC3A}"/>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F392DCAD-FB2B-B57D-B05C-6E1123C56D23}"/>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b="1"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BD8127E1-DF4C-4288-79BC-2070369A395C}"/>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996227E0-01A2-04D9-280F-279E4D270CB9}"/>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A34EE473-0FFC-0B60-00DA-8BFD1469692E}"/>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AED401F0-B2E3-C789-2AC4-D96F65A0E8CB}"/>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933CC41C-CB29-9F26-83C5-171AC1BEF622}"/>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61D250BB-C967-EB7E-9BC9-B030B6997396}"/>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06CBA159-3ABD-175F-5F4B-FB5E50EE0EA2}"/>
              </a:ext>
            </a:extLst>
          </p:cNvPr>
          <p:cNvSpPr/>
          <p:nvPr/>
        </p:nvSpPr>
        <p:spPr>
          <a:xfrm>
            <a:off x="8628888" y="141732"/>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AAFBF58A-FA58-CE2E-9EB9-0B55EA83FA5B}"/>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Tree>
    <p:extLst>
      <p:ext uri="{BB962C8B-B14F-4D97-AF65-F5344CB8AC3E}">
        <p14:creationId xmlns:p14="http://schemas.microsoft.com/office/powerpoint/2010/main" val="808725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41A7-8101-D619-D1B1-C291CD1EF40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E52DD1B-BE59-164F-76C7-6F07E7C295D6}"/>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52A8E59B-7BC5-7E83-3EC0-072F7E446E97}"/>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B345BADF-26F0-418D-AF2C-E40B6C496012}"/>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4EE83EA3-0AA1-E15B-17B1-2DBC920943D7}"/>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B611FC7F-2D5F-3615-A0C6-BD8C136F3DAB}"/>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9B69E94D-9A30-1334-94D0-30FECE894E2C}"/>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B5069DFE-E9D7-EC12-1BDE-D9849DE2F3E3}"/>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3603D0AD-5D25-2FD7-B7E3-48A6C0A0C357}"/>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442CFA12-0149-AEDB-75E3-726C5BB0C2E8}"/>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AD8624F6-729B-D79D-C9E4-8C3252118446}"/>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8145E220-054A-EBE3-8916-0365FE4C28D0}"/>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489F35B9-CEA9-4805-CD9E-27630A05C03C}"/>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F89BFBE0-187F-0322-6ED2-50E89864C53D}"/>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EAC2B649-1DE3-681A-25B1-3E70E6D76423}"/>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B21FF723-0290-FC5A-CDCA-DF58475D634B}"/>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8742B371-2B0E-981A-16C8-D34F4B72C86E}"/>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B9235FA5-9CA2-D2DA-B73D-E2FBA4799609}"/>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E1823581-85FD-4A23-4343-F06C6119BD26}"/>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E78DD52A-BC9F-58B4-FD02-1A3E22416DF1}"/>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26626339-E734-CDF4-A5CE-AA6A17C21221}"/>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ED29266C-64F4-A6E4-636E-13032BFE27C6}"/>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714EF461-947D-6189-61BE-F3085689E80D}"/>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F5F90F68-A108-32E9-9BD9-2C1D57E26776}"/>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76335C6C-76DF-1267-7986-6AA64A507345}"/>
              </a:ext>
            </a:extLst>
          </p:cNvPr>
          <p:cNvSpPr/>
          <p:nvPr/>
        </p:nvSpPr>
        <p:spPr>
          <a:xfrm>
            <a:off x="8628888" y="1664208"/>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7E6FA68E-B2E3-CE6D-1677-AD801C533CD4}"/>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Tree>
    <p:extLst>
      <p:ext uri="{BB962C8B-B14F-4D97-AF65-F5344CB8AC3E}">
        <p14:creationId xmlns:p14="http://schemas.microsoft.com/office/powerpoint/2010/main" val="2065460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32253-F054-733E-673E-DCAEDDD7B79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C9AB606-933B-7830-23B0-3E790A89F6E3}"/>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64AC59A3-42BF-205A-68AC-3FBB49EFD057}"/>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8A7E491A-7882-5FC5-ED6C-183992DBE926}"/>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92D4290A-D76D-52B5-9D6D-3E6D06CDF896}"/>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BCB64F2B-0374-6F00-0942-D753BB64F5AD}"/>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934D63EB-BB40-23AC-3BCE-C21D9460E24D}"/>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74275A2C-BF67-6A8B-8A7F-BE4E3317CE45}"/>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83DE3A6C-4CAB-AC8A-E492-258FFB3E590F}"/>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974633A5-15DF-FA3C-0DA1-5EA89427CAD9}"/>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F5C30DDB-2D89-BDB2-0C89-0C3C5493EA14}"/>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0B616F9E-F9EF-76DE-F097-A1AD9C53E9D4}"/>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86333E95-B1E0-4E76-2177-EBD3DEAD5C4E}"/>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F84B0063-19C2-E143-E537-C9A01A2555B8}"/>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8D54A09F-2092-CA33-3688-FD3439D03768}"/>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F18F740E-EA4F-D41D-4E1F-50D64125AFA0}"/>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BBEE47C6-9860-94C8-A274-51DA50D0480D}"/>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AD8C8FBF-B9A9-CCFE-7A2D-186A8BA76CCF}"/>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452F8375-5FD9-52A0-84DB-CDE017285D47}"/>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A3B76DA4-F70B-A5EA-9A16-B738C6F1E01D}"/>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AE7D888E-761A-5271-23FC-DBDF55D9ABD3}"/>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B7A017F2-77C2-FA9A-E933-A1DD595A4C5F}"/>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CC6E7125-B08C-FDD2-E3BC-8DC329C3B7A1}"/>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B876C0A3-3A9F-F365-DA2A-E7016DF367C7}"/>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2C147320-E57C-0694-6030-7D8D01966746}"/>
              </a:ext>
            </a:extLst>
          </p:cNvPr>
          <p:cNvSpPr/>
          <p:nvPr/>
        </p:nvSpPr>
        <p:spPr>
          <a:xfrm>
            <a:off x="8628888" y="1664208"/>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4A272EDD-2C42-88C4-5F44-8E7516372BFC}"/>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a:t>
            </a:r>
          </a:p>
        </p:txBody>
      </p:sp>
    </p:spTree>
    <p:extLst>
      <p:ext uri="{BB962C8B-B14F-4D97-AF65-F5344CB8AC3E}">
        <p14:creationId xmlns:p14="http://schemas.microsoft.com/office/powerpoint/2010/main" val="2608436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8D030-6DD0-8A27-0FA9-91A809F9B34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32BE5A3-F4F8-20FB-531F-52A01A888C24}"/>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D53A0D12-1570-D8D7-389B-65D885FF291B}"/>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74A4C093-0AA4-6E2A-FA48-923BD3862458}"/>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8EEB53C0-0D57-2798-8869-49B9506A2036}"/>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6A51339F-751C-4082-EF86-2AA408E302C6}"/>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903F08DD-3628-9996-17DE-DD26BE5B560E}"/>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107CA1A3-9D6C-2AAA-2B38-548AAB1F2E9E}"/>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408F5B56-205B-DAD1-6F28-185FACAED27A}"/>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0B150A21-4C44-29C6-C629-AC8E70D2A361}"/>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8AA76279-71FC-531C-2BAF-B0D3FB74B476}"/>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E5847201-53B9-FA8D-3E84-81A937117975}"/>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CDF23145-7C9B-1166-4AC4-8D3E7B73495D}"/>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1ED8464A-910D-CC81-67AC-61F5D3B11619}"/>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B5D03E5C-0B1D-AEF4-2F45-244A3D5A087A}"/>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8813053F-B591-27B3-75DB-B764A93AC0E5}"/>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91898671-46D4-4BB8-50D9-8DD750C6C0F3}"/>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84A9D7FD-23BE-6ED6-7289-8E83C6AF9DBC}"/>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AD581F59-6694-9DF0-D99F-936E500F7A15}"/>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BD4D79B9-9F34-BEAC-91BD-397AD469B593}"/>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8F1CBBD3-E060-7A01-1F17-136F41C6F1BF}"/>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E152A303-FF36-AE39-239A-C965E9D86AA5}"/>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3C70A628-B6AA-D1B8-D23E-7E0A705743B5}"/>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6FAA6E38-AE2D-6453-ADAE-CF38F473C1AD}"/>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CD4ECAD7-2C82-A2D0-2236-FC4F4DD6AC48}"/>
              </a:ext>
            </a:extLst>
          </p:cNvPr>
          <p:cNvSpPr/>
          <p:nvPr/>
        </p:nvSpPr>
        <p:spPr>
          <a:xfrm>
            <a:off x="8628888" y="6231636"/>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CFF2F951-7F8A-F855-4FEA-8BFCC8C1C6A2}"/>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TE$</a:t>
            </a:r>
          </a:p>
        </p:txBody>
      </p:sp>
    </p:spTree>
    <p:extLst>
      <p:ext uri="{BB962C8B-B14F-4D97-AF65-F5344CB8AC3E}">
        <p14:creationId xmlns:p14="http://schemas.microsoft.com/office/powerpoint/2010/main" val="2404531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1150-BE01-FB19-4161-731DD234B61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19723B4-99ED-C785-403F-4D6E4D7746BD}"/>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93531565-48C4-C700-7A88-BB194C4F2F00}"/>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174303E-45BF-1DB2-D71B-57B09C0C4DE8}"/>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C566E610-BDE6-08B1-B8F8-D4CC7AFDA61C}"/>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AE0E7FCC-E549-B771-820B-310A0F91E134}"/>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59DCF63C-456A-646C-BC60-27C19A959528}"/>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12097187-400B-4E7F-32AC-1D51051AE722}"/>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7A5463B9-3F44-0577-B8C2-541B043FA295}"/>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E1B5379A-D7EB-3F10-4BCB-B37A2679BDE4}"/>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295800CA-8F8A-3A37-7882-ACE3BC9DCE4D}"/>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0D791DDD-0066-9CBF-A903-C5E21CAE3125}"/>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DDAE3362-3B13-9BBD-65A6-BED2D03C4A41}"/>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E284987D-0DBE-F608-854C-B4B9B08BBA65}"/>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0E86F033-D131-25A3-25CF-85546315056E}"/>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73560656-4BFE-25B7-25AE-E9FD64BE78D2}"/>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361D16D8-6F44-405E-43FE-B7A1EB165AB6}"/>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4DB19A17-E53B-C0CC-C3B8-A4710A93E21C}"/>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C6C3CEF4-52EF-44E1-12C6-4340101589AA}"/>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BC292FDC-D15A-9038-A559-D2210E6DB25F}"/>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7E40221A-2E47-D749-FA36-C6AAA1A67AFE}"/>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DC632DCF-6674-FDA2-D6F8-7E4259C95A81}"/>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F1AAE77C-1AE2-5ADF-F950-C031149BC7A8}"/>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342B20FF-BBBE-A04A-CAFE-73F710834F1E}"/>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A399A0EE-3505-72E9-02A2-1B4397467F9E}"/>
              </a:ext>
            </a:extLst>
          </p:cNvPr>
          <p:cNvSpPr/>
          <p:nvPr/>
        </p:nvSpPr>
        <p:spPr>
          <a:xfrm>
            <a:off x="8628888" y="6231636"/>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5C3048FE-82EC-BC50-A609-FE2B48E8C734}"/>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2412039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B338A-3A0C-EE06-8334-1940FF4D078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2504208-9745-5049-5BC5-B0A628F592B9}"/>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174E801A-9DCB-D7A0-AD50-A8E091A0AB54}"/>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9A85060-B0A2-2A4F-41D6-9A02C2F1A79A}"/>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04923852-576B-1D1A-4EED-58CE330FB814}"/>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38F3541E-383C-5AB2-FC40-B3AAE35E7A56}"/>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AB22442E-3809-E4BD-2DFA-09E15344F87D}"/>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6BAF00E4-D020-C405-BEB4-B9A6761603A6}"/>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D4CB2E91-5E60-9292-DD3A-B877AF08C5ED}"/>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8E353E3C-7E07-FEB4-3BA3-A1530D7A63CD}"/>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D1147AD2-9223-C5E7-9C13-6092378E7DE7}"/>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0872AF73-5C4F-F0DE-2E4F-CDF3629EFDCF}"/>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3425C80B-D65C-8268-2BB2-B0E8583DD2A9}"/>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2CFAC628-7866-B619-438B-936531604B79}"/>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B4BE5999-274D-2377-5328-8BE3E0B780CA}"/>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0A8409E5-0665-7138-C6CE-5E83B643C480}"/>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8BDA7429-640E-AB46-A6EC-9F20939A1CC9}"/>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368A09A3-1C64-EE73-42F7-5868B86677B3}"/>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51A8A952-BAB7-E647-E48F-F585A0B99794}"/>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A5A6665C-F434-7EE9-BD4A-25763E52BFF3}"/>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49FB4568-42F3-C52E-8E2F-5524FB0A711D}"/>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DE67CFD8-284B-CA4C-D376-C59587E815BA}"/>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B6D1D4ED-BFDE-1796-6B0C-FA0C470139C5}"/>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927B14A5-6D9E-9C45-86BA-36FEB01DF755}"/>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5FFBC004-144F-4BA7-E265-D234DA5BDA1E}"/>
              </a:ext>
            </a:extLst>
          </p:cNvPr>
          <p:cNvSpPr/>
          <p:nvPr/>
        </p:nvSpPr>
        <p:spPr>
          <a:xfrm>
            <a:off x="8628888" y="3186684"/>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9DC8A2DC-8129-562A-158E-E1A3856EE62F}"/>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1679907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ED4DC-4D24-B278-B5D8-FDA72CCD70C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45B8ECA-47C5-79AC-4ABE-8EE7E1B041BB}"/>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C031EA9E-D172-4650-A474-89FF4DC285C3}"/>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CDE0A84-6E90-71D5-C182-DFFCF063B60C}"/>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15A9DF4E-3D45-DD26-1990-677A30093449}"/>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11A7E0F9-BE89-5247-087D-AC4AAA478B7A}"/>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6A0525B1-0B98-F26D-1732-1A56166D21FA}"/>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51EC1D9E-CA29-25D3-5465-C0413E2E8FE5}"/>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8C09FA47-D33F-9AF7-3FA4-4CDED7D3414A}"/>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3F38F63B-0A63-1517-3E4A-F9BE006F5FA2}"/>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563F188A-A966-E175-681A-6EF0E96C9F21}"/>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07544555-C81D-8B02-7A6F-EA7C631C6402}"/>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D8273980-2FEC-BAB1-D217-91E4B2C3A6FE}"/>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27971C83-EDEA-9E96-EAC1-B3574CCA8625}"/>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D2809041-855D-C3F9-F982-9C011FA5629C}"/>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79AE149E-75F3-CE04-54FD-91750105288C}"/>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14A6C417-DE85-9253-02C5-E31AAA04A994}"/>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6286174B-E9C9-1A77-2DEE-F3D679C62BA2}"/>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2478697A-A054-985C-C50B-585436FD55ED}"/>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66753FC3-C311-8A41-10FB-0CCE7DD271E0}"/>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63B65647-CC79-44BC-511D-1C904C148876}"/>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533E2DDA-4BD7-6946-803E-666BDA296198}"/>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C6818E0A-2C7F-578D-5CCB-588543BDB9B8}"/>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25C09EE6-F0E9-DCF0-6A9A-7A0026B7A2CF}"/>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30374583-E801-97F4-74DE-188E51C0B611}"/>
              </a:ext>
            </a:extLst>
          </p:cNvPr>
          <p:cNvSpPr/>
          <p:nvPr/>
        </p:nvSpPr>
        <p:spPr>
          <a:xfrm>
            <a:off x="8628888" y="3186684"/>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1F6D000F-1F15-E6F3-C5CA-A8F41558B0B3}"/>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3127057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1D007-2D90-1D6A-E8BC-2E9C8918F01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EC0C35B-2818-5CB9-AF66-3587EC6AA02B}"/>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09605782-0001-7777-60C8-E6C6DB9B2EE9}"/>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A49962D7-EF44-E1FF-ED01-EB41D0993531}"/>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B8360E52-3D67-8445-D9D9-D6D2DA4B8330}"/>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AE129297-D996-7C69-47B7-A8EBAA332CB3}"/>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8A8F29F6-5130-6FDB-7488-72DAEBE52A87}"/>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89AB397C-00DE-29D4-6F09-EE8B4CFFABAE}"/>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015EE363-3F19-2FE5-322B-694AB0B122C1}"/>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4D4DB83A-089A-41A4-475F-4D47BD459215}"/>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4E79D604-E33A-A9D6-3709-6C9D98A06842}"/>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6A7E6203-365A-5FD2-73B3-8B77F846A21C}"/>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61D49127-C208-FD00-E95A-E54A671B7180}"/>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176F3F49-DEB5-0700-B28D-AFF3128164D5}"/>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8397210F-B1EE-BEE3-88B0-89AE9099AE2F}"/>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1C6A1E16-6084-94AC-C5F3-B70538DE4419}"/>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7737D5E2-523F-8424-5FD9-3BB9846F338E}"/>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58846D68-FC24-5593-BA81-FCC5E475FD28}"/>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E210F5C2-0379-3115-6C17-98B5FB904DE2}"/>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9B6D7351-49B5-ED04-3378-9B49928B6763}"/>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84E16122-3FE7-34B4-E030-FA80DCEB103B}"/>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E67A4852-3376-1013-5206-1D01E5479800}"/>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b="1"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889B309D-ABA0-83EA-6258-4946F26D09A5}"/>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4F8B0A16-ADF5-8BA9-BBEC-6B4B62092714}"/>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34DA74B9-8FFA-674E-7D31-2219A351DF4D}"/>
              </a:ext>
            </a:extLst>
          </p:cNvPr>
          <p:cNvSpPr/>
          <p:nvPr/>
        </p:nvSpPr>
        <p:spPr>
          <a:xfrm>
            <a:off x="8628888" y="4709160"/>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F1A5A02A-56E4-C49A-FC92-D1B4A0EE4496}"/>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3354137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1273B-74E4-0571-B98C-8679CAC8EA9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8029C31-2ED6-B816-B3B7-4E4896BC721A}"/>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56C75F63-07E1-5F75-7D84-417A5E12B135}"/>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9F7D3278-FA3F-21F5-97EA-08C0C7495A65}"/>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DD56DFA4-AB3C-FC9A-3166-0E1B8FCD5425}"/>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AB760603-5437-4F57-1DE0-092AF0B9D908}"/>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33206E83-C5AF-75E6-6400-6CA48892897A}"/>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FD487C97-95BA-6A9F-6A75-A8D49C8125AF}"/>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B6F26331-360A-F1C6-E9D0-9C974F96D8B8}"/>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6AA50475-AEFF-DF44-6126-7867EF688EA7}"/>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6C396026-7CCA-FACC-7994-F131C16C9519}"/>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B54FB1CE-16EF-9C31-0BBD-AC9FA47F44F7}"/>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7C2430F7-6234-37A2-8ADC-3DCBF79CAC14}"/>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45E24238-C868-EE5D-87DD-652DEE681A5E}"/>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E643D64D-594E-E04A-8CF1-D552D903FFAE}"/>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A1E063DD-5FB0-23D4-3281-BCDD1F53D155}"/>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8E7BCDEE-7A6B-C39F-35B1-982F7F948419}"/>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C3C9FD13-4985-A6A7-23D3-FA34546FE49E}"/>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5E2DD0B3-9214-1647-6ED6-8F3E02D2E45D}"/>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1DF6B1CC-500E-23EE-7D70-1191BA339267}"/>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91846B8A-8135-46D7-A8B2-E555C7A22340}"/>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E9E9A4E3-B995-7CD9-E128-E45603124B5F}"/>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b="1" spc="1600" dirty="0">
                <a:solidFill>
                  <a:srgbClr val="247BA0"/>
                </a:solidFill>
                <a:latin typeface="American Typewriter" panose="02090604020004020304" pitchFamily="18" charset="77"/>
              </a:rPr>
              <a:t>*</a:t>
            </a:r>
          </a:p>
        </p:txBody>
      </p:sp>
      <p:sp>
        <p:nvSpPr>
          <p:cNvPr id="20" name="!!STAR">
            <a:extLst>
              <a:ext uri="{FF2B5EF4-FFF2-40B4-BE49-F238E27FC236}">
                <a16:creationId xmlns:a16="http://schemas.microsoft.com/office/drawing/2014/main" id="{DC2EAC8E-D0D5-6DC9-894F-0FFC98CA6942}"/>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F8F83DFE-F6BF-20B6-F8ED-202EFA58408E}"/>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B72A88A0-75DA-270E-F2A4-CD5CE1C59283}"/>
              </a:ext>
            </a:extLst>
          </p:cNvPr>
          <p:cNvSpPr/>
          <p:nvPr/>
        </p:nvSpPr>
        <p:spPr>
          <a:xfrm>
            <a:off x="8628888" y="4709160"/>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02ECF71A-CD2E-5120-6235-8BE4E0F79EB9}"/>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3588531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851CB-9858-9DF9-2D42-4CF0739510B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38D61E5-B777-1A8F-2566-889B577AD7C0}"/>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B7382395-3D47-911D-4254-1719F1835E8B}"/>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53483400-83A8-F396-7A6A-E8F673C9845B}"/>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1C677A94-4268-8728-AE15-CC17AAC49E4D}"/>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92DA7597-D08E-F1E2-68C2-975AB01B1C5F}"/>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FECA9C13-B21F-B88F-4A56-ACF959BF18E4}"/>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8780CA65-80C2-3319-1AE0-AD97142BEF55}"/>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F7099641-53FE-6A87-ADA3-CF802D375D33}"/>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1A9993A5-9194-213D-6D85-3C98376472B6}"/>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06656030-BAAE-2E17-9411-3A851B68B5FB}"/>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759C7E69-8F0A-FE68-211B-437DA66CFD3B}"/>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D7101706-EF29-72D2-9A42-359F781B062C}"/>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BA8DF4E8-382C-F565-74CA-008B5A35B79F}"/>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A97C3A5E-899B-A526-ACD4-42105C04D09F}"/>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250F51C6-02D8-5B30-F76F-33B18221CF73}"/>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6E5066C2-D262-622B-28E6-8A936276C3A1}"/>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135CE791-7731-29FF-9CD2-196ADFF26DBC}"/>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7E1C2DDC-7341-4145-FBD0-55DBDD64DBAF}"/>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48F256D6-A976-4BF4-596F-4D60C11B1A68}"/>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5016CF52-7446-4B39-C545-3D541E80269F}"/>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7FCF0D47-171C-7A5D-36AE-A94AA6A31560}"/>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3E1E798A-FD72-899C-0303-2C9F44561AEC}"/>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0280343D-E021-56FF-A843-C47C54A79C84}"/>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60CD3E39-8A8E-49D2-8A13-D89D8BFD0846}"/>
              </a:ext>
            </a:extLst>
          </p:cNvPr>
          <p:cNvSpPr/>
          <p:nvPr/>
        </p:nvSpPr>
        <p:spPr>
          <a:xfrm>
            <a:off x="8628888" y="902970"/>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05CE1226-09BA-E4F2-0C6F-191C3A824E0F}"/>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2407622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5ECB-C1B5-12DD-D935-BED9CE04EF9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CA78726-F04E-CE84-CFAF-E2A256C71C48}"/>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ADE1A086-BDC4-9DBA-C30F-58F271AF4E77}"/>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9DB3F3E9-9AEB-2B14-76B6-1C215015D589}"/>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94147BAC-5873-F321-A66C-D16F8957315D}"/>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6A0A3C4B-FB87-B485-4CD4-E9B2FAF4C35C}"/>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F20FAAB4-0F9F-EEAE-475F-C7483F0FBABD}"/>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89132303-F84F-86DA-85DE-DCF9DA5ADEF6}"/>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E5D1B4CA-D50E-FDF7-E9E1-EBC8CFFB099C}"/>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3712BF51-006E-27AD-E536-4BA40749459F}"/>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77EE5CCB-9065-8CA3-CEAB-EB7422232704}"/>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52E7B73D-994D-8C77-9FD8-52E16C9625BB}"/>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01F582F2-B7E9-BE83-8FBA-8E76AE0FB7E7}"/>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2E2AF834-841F-43F8-F357-10A41D8ED211}"/>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79D9E919-1970-CB30-4CED-A77B2F1B964A}"/>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48900D7B-3BF2-D6A1-CBA8-C08B6449C8DD}"/>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51A8D4A8-2EC0-1786-5AB5-9E3DB55A80E7}"/>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E8DF32CD-500D-DFBF-A85A-466D8E09EBF8}"/>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80F65787-90CA-3DF9-084A-858AFE562437}"/>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659B594F-B525-6D10-E166-1E549F9A39C8}"/>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79F4F71A-8238-EAD0-5874-669B4C1126E3}"/>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F6619080-7911-6F0C-1DF0-D6FA10BC97D8}"/>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375DFE2F-125F-07C9-3305-CF6E7D828A01}"/>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62EF078E-1197-3646-4136-CC8F8073B40C}"/>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BCFCC91D-D39A-3B91-DF56-9C499009232A}"/>
              </a:ext>
            </a:extLst>
          </p:cNvPr>
          <p:cNvSpPr/>
          <p:nvPr/>
        </p:nvSpPr>
        <p:spPr>
          <a:xfrm>
            <a:off x="8628888" y="902970"/>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C3C95573-1D1F-2A02-B6B1-732F5B9BD24E}"/>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1675194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76CF-2732-0E78-B761-EBB40C42492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0777431-BDCF-37A5-81FF-2167FEC90AC1}"/>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8FA5B7CF-E0F7-821C-8D3B-FBC51E547CEA}"/>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A55EEDFD-EE50-1562-2646-13BB6A96AEE9}"/>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9123864C-8B0A-37A0-F1A5-6E5C62336714}"/>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E1846423-123D-F3E9-40D5-E72C69BF8377}"/>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313FF6EE-7FC1-27FC-C1E8-E74011A0F17E}"/>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FC7834D8-200E-62CD-3D4B-DB49674CA203}"/>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26A36DE4-F8E3-7653-7315-16FC20ED7126}"/>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4FA7465D-94C0-48E4-8254-BA7552974E28}"/>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E497B736-A084-0772-ECAA-21CE1D65B304}"/>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B9539F2A-43E7-062F-3A75-3A1159474081}"/>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D28101C6-E8BA-941C-DE89-37D40526DDF6}"/>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153792DE-CE6B-490B-51E6-174CAAE6F75D}"/>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BA2C5A03-05D3-6C02-C8A6-FEA05150B5E4}"/>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7CA4FC62-B062-0507-19A4-98B267830F8B}"/>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4741CABD-F7CE-3CE4-31A8-1A8EF102A0F7}"/>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FDC8B4CC-41AB-40BC-A8CA-1103CBF3477E}"/>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C114FF06-F86F-FB60-69BF-C6871D436699}"/>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B29AF4AD-74E7-EEDA-C768-F823DE7DF545}"/>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72DD42C5-968E-6859-3CB6-1B8169751562}"/>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0FA2E031-A5E0-84FC-59F9-E6050ADEAF13}"/>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3628E3B2-0830-E67C-E862-E2863533D504}"/>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99D1C1C6-F56D-34BD-B9DE-C3AB8BA2F882}"/>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CD4801B0-0B47-7041-BBE9-C258CD70C661}"/>
              </a:ext>
            </a:extLst>
          </p:cNvPr>
          <p:cNvSpPr/>
          <p:nvPr/>
        </p:nvSpPr>
        <p:spPr>
          <a:xfrm>
            <a:off x="8628888" y="5470398"/>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D88249FC-0E5B-E3D8-10E5-EB9C6945B574}"/>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1530057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ADC69-71A0-A510-A063-0CFDE63A20B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B363B11-EB66-B1BE-1F0D-BAC4CAC52C84}"/>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FB5FE1CD-726A-8FAE-B4AE-95AEC4645753}"/>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D01265A5-3510-32D1-8A72-9E79BB967CC0}"/>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BCF7FF97-4B71-3119-841D-89071066C23E}"/>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0D01831B-F3C4-DDA8-8D8B-A9AC00CF1DF9}"/>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745A27CE-91CC-F833-C488-0AB5F408B0F5}"/>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198F30A2-A4D9-0999-E42E-D519DA49E652}"/>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37C66C0C-F8C3-F5FF-E97D-0F1043D54789}"/>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13C0C428-3A96-DBD8-C907-F5D8E965D02C}"/>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C6DF1DFD-9742-8809-A0E7-A5DE1AEB6151}"/>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86C11095-73AB-25CA-CC8A-25D221D4B66D}"/>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267EF5C5-4FBF-FD05-947E-CC268E00E659}"/>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090F2A20-F96A-4EF5-94E2-B3022CA6527A}"/>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51FF0838-539B-7F37-14AD-B756837F7D45}"/>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381471B3-B7D8-9312-0FC7-801B74A17BC4}"/>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4E51F7CC-8577-1B5F-6090-54ED6456F74A}"/>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A87458EE-D631-D507-71A9-92A2C8E447A3}"/>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7C6C33BE-59C1-53E5-182E-552E8B4BDDFF}"/>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EAC28DA8-12A7-5B29-75EA-2072D3D321FF}"/>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DE9BF716-9AB2-9140-3CF3-014C34F723A4}"/>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B55488E8-F72D-E268-AC99-02E7BE897EDD}"/>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CD683BA6-59F8-6FE2-6073-DF2A720BA3CA}"/>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7D900343-F393-12E9-A091-03882BDE1F58}"/>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50136465-9B5C-4669-287D-4041EC29891F}"/>
              </a:ext>
            </a:extLst>
          </p:cNvPr>
          <p:cNvSpPr/>
          <p:nvPr/>
        </p:nvSpPr>
        <p:spPr>
          <a:xfrm>
            <a:off x="8628888" y="5470398"/>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A915B8CF-AC63-1D29-784B-7CB6175ECDC0}"/>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dirty="0">
                <a:solidFill>
                  <a:srgbClr val="212529"/>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*RD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2060981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1B4B-9036-74E0-30C2-9282419D1EC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8A25A90-90BD-8CC5-6D21-A9286A06E07A}"/>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71A4F725-B2C5-451F-125C-21F8CB1E07B8}"/>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DF7DBCDA-D022-54EA-44DA-61F931770C83}"/>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6B1F26FE-0387-FB34-83C6-0E6145921E04}"/>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33304343-A9EE-E6DE-C599-23C360771361}"/>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FBC91F7E-F550-C7D8-A133-F325E06A6E65}"/>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A28271C9-6323-28E3-4B92-87ED76EE2455}"/>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1EF6B74C-578E-A4FC-D962-6713CA7166F7}"/>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0E64B6AA-7641-763C-D40F-3CD68E295E34}"/>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BB129128-E21B-846B-5D23-945359572109}"/>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47BAD49D-EFE2-7506-E7A4-7EEE98A432D0}"/>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6A38C838-CE46-AC1D-F62B-5DC118924320}"/>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CF66EE8D-2934-7C9A-5810-A178B759C0B3}"/>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8427D8AE-82F3-F0A7-B9CB-7FDD205D348A}"/>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CB99BBCC-9BDC-87E3-C91F-D76786E96E78}"/>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F92E7235-4980-180E-41B3-96091717DDCE}"/>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847E1E32-101E-32A4-2318-51C07AD10DB0}"/>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C5810FE8-3AF2-78D0-C797-8EA001A58787}"/>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4879DEDE-E9D5-DDCF-E108-958B8489B50A}"/>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35B9BFB1-D808-77E1-4810-2C552366FA18}"/>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b="1"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5ECB90B8-4762-F582-FD15-BFED20904B23}"/>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33039BE2-6972-556C-29D8-B1CA9D91F2A8}"/>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2129B940-0C62-1084-602C-2C87A68CC70F}"/>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E1437A2B-8970-8C60-32E0-15CCBC627E21}"/>
              </a:ext>
            </a:extLst>
          </p:cNvPr>
          <p:cNvSpPr/>
          <p:nvPr/>
        </p:nvSpPr>
        <p:spPr>
          <a:xfrm>
            <a:off x="8628888" y="2425446"/>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099FB561-90AC-0B44-2D04-7F28123EF9C9}"/>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dirty="0">
                <a:solidFill>
                  <a:srgbClr val="212529"/>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*RD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153268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2A84F-FAEC-37EA-F891-B3ECB0D04A9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B5A3F57-FCDD-C36B-004B-794DFE0FC322}"/>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F0C383B7-98E7-EA2A-A624-589178611378}"/>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78FE4B30-7E0E-B53D-213E-C6559E189174}"/>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4675B33D-88A1-3BBB-823F-E3AC9015E005}"/>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DAD731ED-DF05-2CEE-B475-E7B731C5B07C}"/>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1741F5FB-E4BB-9B0C-1E06-E7BED3F53CB9}"/>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25B1944E-E7DC-E346-85C9-A10AEF1095D9}"/>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653403AB-DB88-16D5-275B-2400EA168AC1}"/>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547AEA78-0795-9FEC-FAA8-5C28DE167267}"/>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136275E4-D2F8-B754-4CFA-1AFAE928A711}"/>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254D1BCE-2009-28A7-5C3D-0D4BDCA24F6A}"/>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14B211A7-B625-B581-E8F4-2B1300D20DD4}"/>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2EA5065E-BEE2-885A-EA14-2B347AC1D149}"/>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5BD2DC9C-131F-22BC-0E05-5EAC1B72E33A}"/>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CB29A1D1-EB81-D639-5C96-9F56DD81509B}"/>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4C3C2A79-3F89-B29B-B1ED-2BF5CCC84673}"/>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C439FC1B-5A21-AC29-FB90-70447FDDC4FE}"/>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F706B2F3-7E8F-2C8A-4D35-0EA95CE44BCF}"/>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731CF668-9085-3A5D-4A2B-D633E47A97AF}"/>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7B4E2BE1-4A62-A0B3-F9F4-B056A0DEE74E}"/>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b="1" spc="1600" dirty="0">
                <a:solidFill>
                  <a:srgbClr val="247BA0"/>
                </a:solidFill>
                <a:latin typeface="American Typewriter" panose="02090604020004020304" pitchFamily="18" charset="77"/>
              </a:rPr>
              <a:t>*</a:t>
            </a:r>
          </a:p>
        </p:txBody>
      </p:sp>
      <p:sp>
        <p:nvSpPr>
          <p:cNvPr id="6" name="!!STAR">
            <a:extLst>
              <a:ext uri="{FF2B5EF4-FFF2-40B4-BE49-F238E27FC236}">
                <a16:creationId xmlns:a16="http://schemas.microsoft.com/office/drawing/2014/main" id="{0E9CAE77-D283-2D2D-9A64-939CE8029A4C}"/>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EAF205D0-E4C3-5BD9-D396-0DC520F7209C}"/>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2F3F6393-9D2A-35E1-FE9F-F6728336F9CD}"/>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FAA06699-8CC2-BFFD-34D3-254D449894FA}"/>
              </a:ext>
            </a:extLst>
          </p:cNvPr>
          <p:cNvSpPr/>
          <p:nvPr/>
        </p:nvSpPr>
        <p:spPr>
          <a:xfrm>
            <a:off x="8628888" y="2425446"/>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329CCA3C-EB23-BC66-6D97-E345B8B2621F}"/>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r>
              <a:rPr lang="en-US" sz="4400" dirty="0">
                <a:solidFill>
                  <a:srgbClr val="212529"/>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*RD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1809112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5944-C2B9-657D-6FDF-71198D18FB8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3000B74-0137-E5A1-5BEE-1A17D6C84BB8}"/>
              </a:ext>
            </a:extLst>
          </p:cNvPr>
          <p:cNvSpPr txBox="1">
            <a:spLocks noChangeAspect="1"/>
          </p:cNvSpPr>
          <p:nvPr/>
        </p:nvSpPr>
        <p:spPr>
          <a:xfrm>
            <a:off x="10668000" y="456742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D</a:t>
            </a:r>
          </a:p>
        </p:txBody>
      </p:sp>
      <p:sp>
        <p:nvSpPr>
          <p:cNvPr id="15" name="TextBox 14">
            <a:extLst>
              <a:ext uri="{FF2B5EF4-FFF2-40B4-BE49-F238E27FC236}">
                <a16:creationId xmlns:a16="http://schemas.microsoft.com/office/drawing/2014/main" id="{55C45C37-C4DF-0AC4-BFAA-66C1F3A8836D}"/>
              </a:ext>
            </a:extLst>
          </p:cNvPr>
          <p:cNvSpPr txBox="1">
            <a:spLocks noChangeAspect="1"/>
          </p:cNvSpPr>
          <p:nvPr/>
        </p:nvSpPr>
        <p:spPr>
          <a:xfrm>
            <a:off x="10668000" y="608990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I</a:t>
            </a:r>
          </a:p>
        </p:txBody>
      </p:sp>
      <p:sp>
        <p:nvSpPr>
          <p:cNvPr id="5" name="TextBox 4">
            <a:extLst>
              <a:ext uri="{FF2B5EF4-FFF2-40B4-BE49-F238E27FC236}">
                <a16:creationId xmlns:a16="http://schemas.microsoft.com/office/drawing/2014/main" id="{9055AA9B-C610-B0E7-2259-D57DE50F52BD}"/>
              </a:ext>
            </a:extLst>
          </p:cNvPr>
          <p:cNvSpPr txBox="1">
            <a:spLocks noChangeAspect="1"/>
          </p:cNvSpPr>
          <p:nvPr/>
        </p:nvSpPr>
        <p:spPr>
          <a:xfrm>
            <a:off x="10668000" y="2283714"/>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3" name="TextBox 12">
            <a:extLst>
              <a:ext uri="{FF2B5EF4-FFF2-40B4-BE49-F238E27FC236}">
                <a16:creationId xmlns:a16="http://schemas.microsoft.com/office/drawing/2014/main" id="{C22B7F8B-32B5-ED7C-4733-497964713C7C}"/>
              </a:ext>
            </a:extLst>
          </p:cNvPr>
          <p:cNvSpPr txBox="1">
            <a:spLocks noChangeAspect="1"/>
          </p:cNvSpPr>
          <p:nvPr/>
        </p:nvSpPr>
        <p:spPr>
          <a:xfrm>
            <a:off x="10668000" y="3044952"/>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p>
        </p:txBody>
      </p:sp>
      <p:sp>
        <p:nvSpPr>
          <p:cNvPr id="17" name="TextBox 16">
            <a:extLst>
              <a:ext uri="{FF2B5EF4-FFF2-40B4-BE49-F238E27FC236}">
                <a16:creationId xmlns:a16="http://schemas.microsoft.com/office/drawing/2014/main" id="{B2949B3D-CF2B-770B-D597-A89C9EFC8AE6}"/>
              </a:ext>
            </a:extLst>
          </p:cNvPr>
          <p:cNvSpPr txBox="1">
            <a:spLocks noChangeAspect="1"/>
          </p:cNvSpPr>
          <p:nvPr/>
        </p:nvSpPr>
        <p:spPr>
          <a:xfrm>
            <a:off x="10668000" y="152247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9" name="!!E1">
            <a:extLst>
              <a:ext uri="{FF2B5EF4-FFF2-40B4-BE49-F238E27FC236}">
                <a16:creationId xmlns:a16="http://schemas.microsoft.com/office/drawing/2014/main" id="{90607CDD-712F-4B80-6235-C23128A7FB81}"/>
              </a:ext>
            </a:extLst>
          </p:cNvPr>
          <p:cNvSpPr txBox="1">
            <a:spLocks noChangeAspect="1"/>
          </p:cNvSpPr>
          <p:nvPr/>
        </p:nvSpPr>
        <p:spPr>
          <a:xfrm>
            <a:off x="10668000" y="0"/>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2" name="Content Placeholder 2">
            <a:extLst>
              <a:ext uri="{FF2B5EF4-FFF2-40B4-BE49-F238E27FC236}">
                <a16:creationId xmlns:a16="http://schemas.microsoft.com/office/drawing/2014/main" id="{AD1D4365-1FED-F394-2CD7-7F7EE07DD580}"/>
              </a:ext>
            </a:extLst>
          </p:cNvPr>
          <p:cNvSpPr txBox="1">
            <a:spLocks noChangeAspect="1"/>
          </p:cNvSpPr>
          <p:nvPr/>
        </p:nvSpPr>
        <p:spPr>
          <a:xfrm>
            <a:off x="10668000" y="3880104"/>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a:t>
            </a:r>
          </a:p>
        </p:txBody>
      </p:sp>
      <p:sp>
        <p:nvSpPr>
          <p:cNvPr id="7" name="!!E2">
            <a:extLst>
              <a:ext uri="{FF2B5EF4-FFF2-40B4-BE49-F238E27FC236}">
                <a16:creationId xmlns:a16="http://schemas.microsoft.com/office/drawing/2014/main" id="{E2F843B2-A536-6962-41B7-A1A6FA6003DA}"/>
              </a:ext>
            </a:extLst>
          </p:cNvPr>
          <p:cNvSpPr txBox="1">
            <a:spLocks noChangeAspect="1"/>
          </p:cNvSpPr>
          <p:nvPr/>
        </p:nvSpPr>
        <p:spPr>
          <a:xfrm>
            <a:off x="10668000" y="5328666"/>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E</a:t>
            </a:r>
          </a:p>
        </p:txBody>
      </p:sp>
      <p:sp>
        <p:nvSpPr>
          <p:cNvPr id="9" name="TextBox 8">
            <a:extLst>
              <a:ext uri="{FF2B5EF4-FFF2-40B4-BE49-F238E27FC236}">
                <a16:creationId xmlns:a16="http://schemas.microsoft.com/office/drawing/2014/main" id="{29150419-74BF-1477-1C02-8EF87E0F7C1A}"/>
              </a:ext>
            </a:extLst>
          </p:cNvPr>
          <p:cNvSpPr txBox="1">
            <a:spLocks noChangeAspect="1"/>
          </p:cNvSpPr>
          <p:nvPr/>
        </p:nvSpPr>
        <p:spPr>
          <a:xfrm>
            <a:off x="10668000" y="761238"/>
            <a:ext cx="768096" cy="768096"/>
          </a:xfrm>
          <a:prstGeom prst="rect">
            <a:avLst/>
          </a:prstGeom>
        </p:spPr>
        <p:txBody>
          <a:bodyPr wrap="square">
            <a:spAutoFit/>
          </a:bodyPr>
          <a:lstStyle/>
          <a:p>
            <a:pPr marL="0" indent="0" algn="ctr">
              <a:buNone/>
            </a:pPr>
            <a:r>
              <a:rPr lang="en-US" sz="4400" spc="1600" dirty="0">
                <a:solidFill>
                  <a:srgbClr val="212529"/>
                </a:solidFill>
                <a:latin typeface="American Typewriter" panose="02090604020004020304" pitchFamily="18" charset="77"/>
              </a:rPr>
              <a:t>R</a:t>
            </a:r>
          </a:p>
        </p:txBody>
      </p:sp>
      <p:grpSp>
        <p:nvGrpSpPr>
          <p:cNvPr id="3" name="Group 2">
            <a:extLst>
              <a:ext uri="{FF2B5EF4-FFF2-40B4-BE49-F238E27FC236}">
                <a16:creationId xmlns:a16="http://schemas.microsoft.com/office/drawing/2014/main" id="{7B077A9D-C1DF-96A5-E611-64B3C176EEE2}"/>
              </a:ext>
            </a:extLst>
          </p:cNvPr>
          <p:cNvGrpSpPr/>
          <p:nvPr/>
        </p:nvGrpSpPr>
        <p:grpSpPr>
          <a:xfrm>
            <a:off x="9753600" y="0"/>
            <a:ext cx="768096" cy="6858000"/>
            <a:chOff x="3506377" y="0"/>
            <a:chExt cx="768096" cy="6858000"/>
          </a:xfrm>
        </p:grpSpPr>
        <p:sp>
          <p:nvSpPr>
            <p:cNvPr id="8" name="!!D_F">
              <a:extLst>
                <a:ext uri="{FF2B5EF4-FFF2-40B4-BE49-F238E27FC236}">
                  <a16:creationId xmlns:a16="http://schemas.microsoft.com/office/drawing/2014/main" id="{45680485-C22C-C911-8427-1E2BCD6CB4DD}"/>
                </a:ext>
              </a:extLst>
            </p:cNvPr>
            <p:cNvSpPr txBox="1">
              <a:spLocks noChangeAspect="1"/>
            </p:cNvSpPr>
            <p:nvPr/>
          </p:nvSpPr>
          <p:spPr>
            <a:xfrm>
              <a:off x="3506377" y="76123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D</a:t>
              </a:r>
            </a:p>
          </p:txBody>
        </p:sp>
        <p:sp>
          <p:nvSpPr>
            <p:cNvPr id="10" name="!!I_F">
              <a:extLst>
                <a:ext uri="{FF2B5EF4-FFF2-40B4-BE49-F238E27FC236}">
                  <a16:creationId xmlns:a16="http://schemas.microsoft.com/office/drawing/2014/main" id="{8ED9EB1B-3780-8E4F-8E8E-028607E87946}"/>
                </a:ext>
              </a:extLst>
            </p:cNvPr>
            <p:cNvSpPr txBox="1">
              <a:spLocks noChangeAspect="1"/>
            </p:cNvSpPr>
            <p:nvPr/>
          </p:nvSpPr>
          <p:spPr>
            <a:xfrm>
              <a:off x="35063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I</a:t>
              </a:r>
            </a:p>
          </p:txBody>
        </p:sp>
        <p:sp>
          <p:nvSpPr>
            <p:cNvPr id="12" name="!!N1_F">
              <a:extLst>
                <a:ext uri="{FF2B5EF4-FFF2-40B4-BE49-F238E27FC236}">
                  <a16:creationId xmlns:a16="http://schemas.microsoft.com/office/drawing/2014/main" id="{08741AB4-0C75-9C9E-2E7D-CD5E99E4353D}"/>
                </a:ext>
              </a:extLst>
            </p:cNvPr>
            <p:cNvSpPr txBox="1">
              <a:spLocks noChangeAspect="1"/>
            </p:cNvSpPr>
            <p:nvPr/>
          </p:nvSpPr>
          <p:spPr>
            <a:xfrm>
              <a:off x="3506377" y="3806190"/>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N</a:t>
              </a:r>
            </a:p>
          </p:txBody>
        </p:sp>
        <p:sp>
          <p:nvSpPr>
            <p:cNvPr id="14" name="!!N2_F">
              <a:extLst>
                <a:ext uri="{FF2B5EF4-FFF2-40B4-BE49-F238E27FC236}">
                  <a16:creationId xmlns:a16="http://schemas.microsoft.com/office/drawing/2014/main" id="{A22F8276-DD18-8051-B15F-D2472BD0C148}"/>
                </a:ext>
              </a:extLst>
            </p:cNvPr>
            <p:cNvSpPr txBox="1">
              <a:spLocks noChangeAspect="1"/>
            </p:cNvSpPr>
            <p:nvPr/>
          </p:nvSpPr>
          <p:spPr>
            <a:xfrm>
              <a:off x="3506377" y="4567428"/>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N</a:t>
              </a:r>
            </a:p>
          </p:txBody>
        </p:sp>
        <p:sp>
          <p:nvSpPr>
            <p:cNvPr id="16" name="!!T_F">
              <a:extLst>
                <a:ext uri="{FF2B5EF4-FFF2-40B4-BE49-F238E27FC236}">
                  <a16:creationId xmlns:a16="http://schemas.microsoft.com/office/drawing/2014/main" id="{4EB1E1AA-1C82-183D-7FF1-DAD0F2BF6D5A}"/>
                </a:ext>
              </a:extLst>
            </p:cNvPr>
            <p:cNvSpPr txBox="1">
              <a:spLocks noChangeAspect="1"/>
            </p:cNvSpPr>
            <p:nvPr/>
          </p:nvSpPr>
          <p:spPr>
            <a:xfrm>
              <a:off x="3506377" y="608990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18" name="!!E1_F">
              <a:extLst>
                <a:ext uri="{FF2B5EF4-FFF2-40B4-BE49-F238E27FC236}">
                  <a16:creationId xmlns:a16="http://schemas.microsoft.com/office/drawing/2014/main" id="{E07E544C-179C-3472-D367-09859712A744}"/>
                </a:ext>
              </a:extLst>
            </p:cNvPr>
            <p:cNvSpPr txBox="1">
              <a:spLocks noChangeAspect="1"/>
            </p:cNvSpPr>
            <p:nvPr/>
          </p:nvSpPr>
          <p:spPr>
            <a:xfrm>
              <a:off x="3506377" y="152247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1" name="!!$_F">
              <a:extLst>
                <a:ext uri="{FF2B5EF4-FFF2-40B4-BE49-F238E27FC236}">
                  <a16:creationId xmlns:a16="http://schemas.microsoft.com/office/drawing/2014/main" id="{5246B189-A1D6-009A-B82F-6EE22B1E815D}"/>
                </a:ext>
              </a:extLst>
            </p:cNvPr>
            <p:cNvSpPr txBox="1">
              <a:spLocks noChangeAspect="1"/>
            </p:cNvSpPr>
            <p:nvPr/>
          </p:nvSpPr>
          <p:spPr>
            <a:xfrm>
              <a:off x="3506377" y="0"/>
              <a:ext cx="768096" cy="76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47BA0"/>
                  </a:solidFill>
                  <a:latin typeface="American Typewriter" panose="02090604020004020304" pitchFamily="18" charset="77"/>
                </a:rPr>
                <a:t>$</a:t>
              </a:r>
            </a:p>
          </p:txBody>
        </p:sp>
        <p:sp>
          <p:nvSpPr>
            <p:cNvPr id="23" name="!!E2_F">
              <a:extLst>
                <a:ext uri="{FF2B5EF4-FFF2-40B4-BE49-F238E27FC236}">
                  <a16:creationId xmlns:a16="http://schemas.microsoft.com/office/drawing/2014/main" id="{AEC62734-FDC6-27FB-CCB7-AFD37A040C82}"/>
                </a:ext>
              </a:extLst>
            </p:cNvPr>
            <p:cNvSpPr txBox="1">
              <a:spLocks noChangeAspect="1"/>
            </p:cNvSpPr>
            <p:nvPr/>
          </p:nvSpPr>
          <p:spPr>
            <a:xfrm>
              <a:off x="3506377" y="2283714"/>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E</a:t>
              </a:r>
            </a:p>
          </p:txBody>
        </p:sp>
        <p:sp>
          <p:nvSpPr>
            <p:cNvPr id="24" name="!!R_F">
              <a:extLst>
                <a:ext uri="{FF2B5EF4-FFF2-40B4-BE49-F238E27FC236}">
                  <a16:creationId xmlns:a16="http://schemas.microsoft.com/office/drawing/2014/main" id="{E0984077-AA93-A4A3-7498-A9DBFDF9DF4F}"/>
                </a:ext>
              </a:extLst>
            </p:cNvPr>
            <p:cNvSpPr txBox="1">
              <a:spLocks noChangeAspect="1"/>
            </p:cNvSpPr>
            <p:nvPr/>
          </p:nvSpPr>
          <p:spPr>
            <a:xfrm>
              <a:off x="3506377" y="5328666"/>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R</a:t>
              </a:r>
            </a:p>
          </p:txBody>
        </p:sp>
      </p:grpSp>
      <p:sp>
        <p:nvSpPr>
          <p:cNvPr id="4" name="!!STAR">
            <a:extLst>
              <a:ext uri="{FF2B5EF4-FFF2-40B4-BE49-F238E27FC236}">
                <a16:creationId xmlns:a16="http://schemas.microsoft.com/office/drawing/2014/main" id="{9377A07A-3573-AC19-5315-600C05D2EE03}"/>
              </a:ext>
            </a:extLst>
          </p:cNvPr>
          <p:cNvSpPr txBox="1">
            <a:spLocks/>
          </p:cNvSpPr>
          <p:nvPr/>
        </p:nvSpPr>
        <p:spPr>
          <a:xfrm>
            <a:off x="10133076" y="2283714"/>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6" name="!!STAR">
            <a:extLst>
              <a:ext uri="{FF2B5EF4-FFF2-40B4-BE49-F238E27FC236}">
                <a16:creationId xmlns:a16="http://schemas.microsoft.com/office/drawing/2014/main" id="{7EA0BDEC-1DAA-58F0-2817-796E2DA355EE}"/>
              </a:ext>
            </a:extLst>
          </p:cNvPr>
          <p:cNvSpPr txBox="1">
            <a:spLocks/>
          </p:cNvSpPr>
          <p:nvPr/>
        </p:nvSpPr>
        <p:spPr>
          <a:xfrm>
            <a:off x="10124257" y="4489811"/>
            <a:ext cx="1069848" cy="923330"/>
          </a:xfrm>
          <a:prstGeom prst="rect">
            <a:avLst/>
          </a:prstGeom>
          <a:noFill/>
        </p:spPr>
        <p:txBody>
          <a:bodyPr wrap="square">
            <a:spAutoFit/>
          </a:bodyPr>
          <a:lstStyle/>
          <a:p>
            <a:pPr marL="0" indent="0">
              <a:buNone/>
            </a:pPr>
            <a:r>
              <a:rPr lang="en-US" sz="5400" spc="1600" dirty="0">
                <a:solidFill>
                  <a:srgbClr val="247BA0"/>
                </a:solidFill>
                <a:latin typeface="American Typewriter" panose="02090604020004020304" pitchFamily="18" charset="77"/>
              </a:rPr>
              <a:t>*</a:t>
            </a:r>
            <a:endParaRPr lang="en-US" sz="5400" b="1" spc="1600" dirty="0">
              <a:solidFill>
                <a:srgbClr val="247BA0"/>
              </a:solidFill>
              <a:latin typeface="American Typewriter" panose="02090604020004020304" pitchFamily="18" charset="77"/>
            </a:endParaRPr>
          </a:p>
        </p:txBody>
      </p:sp>
      <p:sp>
        <p:nvSpPr>
          <p:cNvPr id="20" name="!!STAR">
            <a:extLst>
              <a:ext uri="{FF2B5EF4-FFF2-40B4-BE49-F238E27FC236}">
                <a16:creationId xmlns:a16="http://schemas.microsoft.com/office/drawing/2014/main" id="{05CD060B-88C1-E250-4416-5498C314DCC2}"/>
              </a:ext>
            </a:extLst>
          </p:cNvPr>
          <p:cNvSpPr txBox="1">
            <a:spLocks/>
          </p:cNvSpPr>
          <p:nvPr/>
        </p:nvSpPr>
        <p:spPr>
          <a:xfrm>
            <a:off x="11047476" y="3048000"/>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5" name="!!STAR">
            <a:extLst>
              <a:ext uri="{FF2B5EF4-FFF2-40B4-BE49-F238E27FC236}">
                <a16:creationId xmlns:a16="http://schemas.microsoft.com/office/drawing/2014/main" id="{25108899-9640-2BDF-D0FD-96AAE791333B}"/>
              </a:ext>
            </a:extLst>
          </p:cNvPr>
          <p:cNvSpPr txBox="1">
            <a:spLocks/>
          </p:cNvSpPr>
          <p:nvPr/>
        </p:nvSpPr>
        <p:spPr>
          <a:xfrm>
            <a:off x="11047476" y="5327904"/>
            <a:ext cx="1069848" cy="923330"/>
          </a:xfrm>
          <a:prstGeom prst="rect">
            <a:avLst/>
          </a:prstGeom>
          <a:noFill/>
        </p:spPr>
        <p:txBody>
          <a:bodyPr wrap="square">
            <a:spAutoFit/>
          </a:bodyPr>
          <a:lstStyle/>
          <a:p>
            <a:pPr marL="0" indent="0">
              <a:buNone/>
            </a:pPr>
            <a:r>
              <a:rPr lang="en-US" sz="5400" spc="1600" dirty="0">
                <a:solidFill>
                  <a:srgbClr val="212529"/>
                </a:solidFill>
                <a:latin typeface="American Typewriter" panose="02090604020004020304" pitchFamily="18" charset="77"/>
              </a:rPr>
              <a:t>*</a:t>
            </a:r>
            <a:endParaRPr lang="en-US" sz="5400" b="1" spc="1600" dirty="0">
              <a:solidFill>
                <a:srgbClr val="212529"/>
              </a:solidFill>
              <a:latin typeface="American Typewriter" panose="02090604020004020304" pitchFamily="18" charset="77"/>
            </a:endParaRPr>
          </a:p>
        </p:txBody>
      </p:sp>
      <p:sp>
        <p:nvSpPr>
          <p:cNvPr id="26" name="Right Arrow 25">
            <a:extLst>
              <a:ext uri="{FF2B5EF4-FFF2-40B4-BE49-F238E27FC236}">
                <a16:creationId xmlns:a16="http://schemas.microsoft.com/office/drawing/2014/main" id="{66BD02D4-985E-1B2E-97CF-A3EED368C4CD}"/>
              </a:ext>
            </a:extLst>
          </p:cNvPr>
          <p:cNvSpPr/>
          <p:nvPr/>
        </p:nvSpPr>
        <p:spPr>
          <a:xfrm>
            <a:off x="8628888" y="3947922"/>
            <a:ext cx="978408" cy="484632"/>
          </a:xfrm>
          <a:prstGeom prst="rightArrow">
            <a:avLst/>
          </a:prstGeom>
          <a:solidFill>
            <a:srgbClr val="ACC19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G">
            <a:extLst>
              <a:ext uri="{FF2B5EF4-FFF2-40B4-BE49-F238E27FC236}">
                <a16:creationId xmlns:a16="http://schemas.microsoft.com/office/drawing/2014/main" id="{D06591D0-94F5-E8D0-1DA5-EBBF76A1E621}"/>
              </a:ext>
            </a:extLst>
          </p:cNvPr>
          <p:cNvSpPr txBox="1">
            <a:spLocks/>
          </p:cNvSpPr>
          <p:nvPr/>
        </p:nvSpPr>
        <p:spPr>
          <a:xfrm>
            <a:off x="768096" y="3044952"/>
            <a:ext cx="8071104"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N</a:t>
            </a:r>
            <a:r>
              <a:rPr lang="en-US" sz="4400" dirty="0">
                <a:solidFill>
                  <a:srgbClr val="212529"/>
                </a:solidFill>
                <a:latin typeface="American Typewriter" panose="02090604020004020304" pitchFamily="18" charset="77"/>
              </a:rPr>
              <a:t>E</a:t>
            </a:r>
            <a:r>
              <a:rPr lang="en-US" sz="4400" spc="1600" dirty="0">
                <a:solidFill>
                  <a:srgbClr val="212529"/>
                </a:solidFill>
                <a:latin typeface="American Typewriter" panose="02090604020004020304" pitchFamily="18" charset="77"/>
              </a:rPr>
              <a:t>*RD</a:t>
            </a:r>
            <a:r>
              <a:rPr lang="en-US" sz="4400" dirty="0">
                <a:solidFill>
                  <a:srgbClr val="212529"/>
                </a:solidFill>
                <a:latin typeface="American Typewriter" panose="02090604020004020304" pitchFamily="18" charset="77"/>
              </a:rPr>
              <a:t>N</a:t>
            </a:r>
            <a:r>
              <a:rPr lang="en-US" sz="4400" spc="1600" dirty="0">
                <a:solidFill>
                  <a:srgbClr val="212529"/>
                </a:solidFill>
                <a:latin typeface="American Typewriter" panose="02090604020004020304" pitchFamily="18" charset="77"/>
              </a:rPr>
              <a:t>*ITE$</a:t>
            </a:r>
          </a:p>
        </p:txBody>
      </p:sp>
    </p:spTree>
    <p:extLst>
      <p:ext uri="{BB962C8B-B14F-4D97-AF65-F5344CB8AC3E}">
        <p14:creationId xmlns:p14="http://schemas.microsoft.com/office/powerpoint/2010/main" val="1038082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Char"/>
      </p:transition>
    </mc:Choice>
    <mc:Fallback xmlns="">
      <p:transition spd="slow" advClick="0" advTm="1000">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D605B-AFD4-EC01-F6D3-CCD48C016875}"/>
            </a:ext>
          </a:extLst>
        </p:cNvPr>
        <p:cNvGrpSpPr/>
        <p:nvPr/>
      </p:nvGrpSpPr>
      <p:grpSpPr>
        <a:xfrm>
          <a:off x="0" y="0"/>
          <a:ext cx="0" cy="0"/>
          <a:chOff x="0" y="0"/>
          <a:chExt cx="0" cy="0"/>
        </a:xfrm>
      </p:grpSpPr>
      <p:sp>
        <p:nvSpPr>
          <p:cNvPr id="20" name="!!OG">
            <a:extLst>
              <a:ext uri="{FF2B5EF4-FFF2-40B4-BE49-F238E27FC236}">
                <a16:creationId xmlns:a16="http://schemas.microsoft.com/office/drawing/2014/main" id="{578DEC91-702A-CA10-70F5-5A473D60C86E}"/>
              </a:ext>
            </a:extLst>
          </p:cNvPr>
          <p:cNvSpPr txBox="1">
            <a:spLocks/>
          </p:cNvSpPr>
          <p:nvPr/>
        </p:nvSpPr>
        <p:spPr>
          <a:xfrm>
            <a:off x="2060448" y="3044952"/>
            <a:ext cx="8071104"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NERDNITE$</a:t>
            </a:r>
          </a:p>
        </p:txBody>
      </p:sp>
    </p:spTree>
    <p:extLst>
      <p:ext uri="{BB962C8B-B14F-4D97-AF65-F5344CB8AC3E}">
        <p14:creationId xmlns:p14="http://schemas.microsoft.com/office/powerpoint/2010/main" val="1898527126"/>
      </p:ext>
    </p:extLst>
  </p:cSld>
  <p:clrMapOvr>
    <a:masterClrMapping/>
  </p:clrMapOvr>
  <mc:AlternateContent xmlns:mc="http://schemas.openxmlformats.org/markup-compatibility/2006" xmlns:p159="http://schemas.microsoft.com/office/powerpoint/2015/09/main">
    <mc:Choice Requires="p159">
      <p:transition spd="slow">
        <p159:morph option="byChar"/>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D214-EE79-4173-F905-1C06B8C85582}"/>
            </a:ext>
          </a:extLst>
        </p:cNvPr>
        <p:cNvGrpSpPr/>
        <p:nvPr/>
      </p:nvGrpSpPr>
      <p:grpSpPr>
        <a:xfrm>
          <a:off x="0" y="0"/>
          <a:ext cx="0" cy="0"/>
          <a:chOff x="0" y="0"/>
          <a:chExt cx="0" cy="0"/>
        </a:xfrm>
      </p:grpSpPr>
      <p:sp>
        <p:nvSpPr>
          <p:cNvPr id="2" name="!!OG">
            <a:extLst>
              <a:ext uri="{FF2B5EF4-FFF2-40B4-BE49-F238E27FC236}">
                <a16:creationId xmlns:a16="http://schemas.microsoft.com/office/drawing/2014/main" id="{9A27F72D-2256-9643-6B20-28B14BC7D6ED}"/>
              </a:ext>
            </a:extLst>
          </p:cNvPr>
          <p:cNvSpPr txBox="1">
            <a:spLocks/>
          </p:cNvSpPr>
          <p:nvPr/>
        </p:nvSpPr>
        <p:spPr>
          <a:xfrm>
            <a:off x="2060448" y="3124200"/>
            <a:ext cx="8071104" cy="768096"/>
          </a:xfrm>
          <a:prstGeom prst="rect">
            <a:avLst/>
          </a:prstGeom>
          <a:noFill/>
        </p:spPr>
        <p:txBody>
          <a:bodyPr wrap="square">
            <a:spAutoFit/>
          </a:bodyPr>
          <a:lstStyle/>
          <a:p>
            <a:pPr marL="0" indent="0" algn="ctr">
              <a:buNone/>
            </a:pPr>
            <a:r>
              <a:rPr lang="en-US" sz="4400" u="dashLongHeavy" spc="1600" dirty="0">
                <a:solidFill>
                  <a:srgbClr val="F0F0F0"/>
                </a:solidFill>
                <a:uFill>
                  <a:solidFill>
                    <a:srgbClr val="8D6A9F"/>
                  </a:solidFill>
                </a:uFill>
                <a:latin typeface="American Typewriter" panose="02090604020004020304" pitchFamily="18" charset="77"/>
              </a:rPr>
              <a:t>NERDNITE$</a:t>
            </a:r>
          </a:p>
        </p:txBody>
      </p:sp>
      <p:sp>
        <p:nvSpPr>
          <p:cNvPr id="20" name="!!OG">
            <a:extLst>
              <a:ext uri="{FF2B5EF4-FFF2-40B4-BE49-F238E27FC236}">
                <a16:creationId xmlns:a16="http://schemas.microsoft.com/office/drawing/2014/main" id="{4CC756BE-921D-1031-BEB6-1B5BE9607585}"/>
              </a:ext>
            </a:extLst>
          </p:cNvPr>
          <p:cNvSpPr txBox="1">
            <a:spLocks/>
          </p:cNvSpPr>
          <p:nvPr/>
        </p:nvSpPr>
        <p:spPr>
          <a:xfrm>
            <a:off x="2060448" y="3044952"/>
            <a:ext cx="8071104" cy="768096"/>
          </a:xfrm>
          <a:prstGeom prst="rect">
            <a:avLst/>
          </a:prstGeom>
          <a:noFill/>
        </p:spPr>
        <p:txBody>
          <a:bodyPr wrap="square">
            <a:spAutoFit/>
          </a:bodyPr>
          <a:lstStyle/>
          <a:p>
            <a:pPr marL="0" indent="0" algn="ctr">
              <a:buNone/>
            </a:pPr>
            <a:r>
              <a:rPr lang="en-US" sz="4400" u="dashLongHeavy" spc="1600" dirty="0">
                <a:solidFill>
                  <a:srgbClr val="8D6A9F"/>
                </a:solidFill>
                <a:latin typeface="American Typewriter" panose="02090604020004020304" pitchFamily="18" charset="77"/>
              </a:rPr>
              <a:t>NERDNITE$</a:t>
            </a:r>
          </a:p>
        </p:txBody>
      </p:sp>
    </p:spTree>
    <p:extLst>
      <p:ext uri="{BB962C8B-B14F-4D97-AF65-F5344CB8AC3E}">
        <p14:creationId xmlns:p14="http://schemas.microsoft.com/office/powerpoint/2010/main" val="1460911093"/>
      </p:ext>
    </p:extLst>
  </p:cSld>
  <p:clrMapOvr>
    <a:masterClrMapping/>
  </p:clrMapOvr>
  <mc:AlternateContent xmlns:mc="http://schemas.openxmlformats.org/markup-compatibility/2006" xmlns:p159="http://schemas.microsoft.com/office/powerpoint/2015/09/main">
    <mc:Choice Requires="p159">
      <p:transition spd="slow" advTm="3000">
        <p159:morph option="byChar"/>
      </p:transition>
    </mc:Choice>
    <mc:Fallback xmlns="">
      <p:transition spd="slow" advTm="3000">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951134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852E7-A0D4-735C-FB4B-C3E41CC856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09274-5C11-66DF-1DDD-4942915F32FE}"/>
              </a:ext>
            </a:extLst>
          </p:cNvPr>
          <p:cNvSpPr txBox="1">
            <a:spLocks/>
          </p:cNvSpPr>
          <p:nvPr/>
        </p:nvSpPr>
        <p:spPr>
          <a:xfrm>
            <a:off x="305981" y="1831901"/>
            <a:ext cx="563702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TTTATTACAA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ATACAAGATT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ACATGTTACA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CGATTACACA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ATTACAAGAT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
            </a:r>
          </a:p>
        </p:txBody>
      </p:sp>
      <p:sp>
        <p:nvSpPr>
          <p:cNvPr id="7" name="TextBox 6">
            <a:extLst>
              <a:ext uri="{FF2B5EF4-FFF2-40B4-BE49-F238E27FC236}">
                <a16:creationId xmlns:a16="http://schemas.microsoft.com/office/drawing/2014/main" id="{0C2A2C2F-A74A-0788-65B6-BB2AC5136570}"/>
              </a:ext>
            </a:extLst>
          </p:cNvPr>
          <p:cNvSpPr txBox="1"/>
          <p:nvPr/>
        </p:nvSpPr>
        <p:spPr>
          <a:xfrm>
            <a:off x="2247492" y="5715000"/>
            <a:ext cx="1754006"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Original</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9562025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7A91A-1369-F4B6-1498-2330FBD723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09E5A0-688A-2B67-A2CC-99FE041A9281}"/>
              </a:ext>
            </a:extLst>
          </p:cNvPr>
          <p:cNvSpPr txBox="1">
            <a:spLocks/>
          </p:cNvSpPr>
          <p:nvPr/>
        </p:nvSpPr>
        <p:spPr>
          <a:xfrm>
            <a:off x="305981" y="1831901"/>
            <a:ext cx="563702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TTTATTACAA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ATACAAGATT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ACATGTTACA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CGATTACACA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ATTACAAGAT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
            </a:r>
          </a:p>
        </p:txBody>
      </p:sp>
      <p:sp>
        <p:nvSpPr>
          <p:cNvPr id="2" name="Content Placeholder 2">
            <a:extLst>
              <a:ext uri="{FF2B5EF4-FFF2-40B4-BE49-F238E27FC236}">
                <a16:creationId xmlns:a16="http://schemas.microsoft.com/office/drawing/2014/main" id="{06885F5C-D8E1-5F42-3F1E-CE078EC56A66}"/>
              </a:ext>
            </a:extLst>
          </p:cNvPr>
          <p:cNvSpPr txBox="1">
            <a:spLocks/>
          </p:cNvSpPr>
          <p:nvPr/>
        </p:nvSpPr>
        <p:spPr>
          <a:xfrm>
            <a:off x="5943009" y="1831901"/>
            <a:ext cx="617101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TCCCACTTTC</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TTTCAAGACT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AGGAAAAAAA</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AACATATTAT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TTTAAAAGAT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t>
            </a:r>
          </a:p>
        </p:txBody>
      </p:sp>
      <p:sp>
        <p:nvSpPr>
          <p:cNvPr id="7" name="TextBox 6">
            <a:extLst>
              <a:ext uri="{FF2B5EF4-FFF2-40B4-BE49-F238E27FC236}">
                <a16:creationId xmlns:a16="http://schemas.microsoft.com/office/drawing/2014/main" id="{39E70AD6-3C44-0AD4-BE62-F69061FF1E60}"/>
              </a:ext>
            </a:extLst>
          </p:cNvPr>
          <p:cNvSpPr txBox="1"/>
          <p:nvPr/>
        </p:nvSpPr>
        <p:spPr>
          <a:xfrm>
            <a:off x="2247492" y="5715000"/>
            <a:ext cx="1754006"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Original</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
        <p:nvSpPr>
          <p:cNvPr id="8" name="TextBox 7">
            <a:extLst>
              <a:ext uri="{FF2B5EF4-FFF2-40B4-BE49-F238E27FC236}">
                <a16:creationId xmlns:a16="http://schemas.microsoft.com/office/drawing/2014/main" id="{86EA34F6-6479-084A-8480-2A755B48CBFB}"/>
              </a:ext>
            </a:extLst>
          </p:cNvPr>
          <p:cNvSpPr txBox="1"/>
          <p:nvPr/>
        </p:nvSpPr>
        <p:spPr>
          <a:xfrm>
            <a:off x="8416812" y="5715000"/>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794628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F570-EA12-D066-7716-39B7025DC4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74D116-307D-F3E7-A741-261CF8855CE5}"/>
              </a:ext>
            </a:extLst>
          </p:cNvPr>
          <p:cNvSpPr txBox="1">
            <a:spLocks/>
          </p:cNvSpPr>
          <p:nvPr/>
        </p:nvSpPr>
        <p:spPr>
          <a:xfrm>
            <a:off x="305981" y="1831901"/>
            <a:ext cx="563702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TTTATTACAA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ATACAAGATT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ACATGTTACA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CGATTACACA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ATTACAAGAT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
            </a:r>
          </a:p>
        </p:txBody>
      </p:sp>
      <p:sp>
        <p:nvSpPr>
          <p:cNvPr id="2" name="Content Placeholder 2">
            <a:extLst>
              <a:ext uri="{FF2B5EF4-FFF2-40B4-BE49-F238E27FC236}">
                <a16:creationId xmlns:a16="http://schemas.microsoft.com/office/drawing/2014/main" id="{74FD3E48-E61D-D01B-11A2-4CFACB0826D8}"/>
              </a:ext>
            </a:extLst>
          </p:cNvPr>
          <p:cNvSpPr txBox="1">
            <a:spLocks/>
          </p:cNvSpPr>
          <p:nvPr/>
        </p:nvSpPr>
        <p:spPr>
          <a:xfrm>
            <a:off x="5943009" y="1831901"/>
            <a:ext cx="617101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TCCCACTTTC</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TTTCAAGACT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AGGAAAAAAA</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AACATATTAT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TTTAAAAGAT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t>
            </a:r>
          </a:p>
        </p:txBody>
      </p:sp>
      <p:sp>
        <p:nvSpPr>
          <p:cNvPr id="4" name="TextBox 3">
            <a:extLst>
              <a:ext uri="{FF2B5EF4-FFF2-40B4-BE49-F238E27FC236}">
                <a16:creationId xmlns:a16="http://schemas.microsoft.com/office/drawing/2014/main" id="{9C62AD12-A91F-8F20-9E06-3F4637BAE46C}"/>
              </a:ext>
            </a:extLst>
          </p:cNvPr>
          <p:cNvSpPr txBox="1"/>
          <p:nvPr/>
        </p:nvSpPr>
        <p:spPr>
          <a:xfrm>
            <a:off x="3943006" y="507503"/>
            <a:ext cx="4305987"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Runs ≥3 characters</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5" name="TextBox 4">
            <a:extLst>
              <a:ext uri="{FF2B5EF4-FFF2-40B4-BE49-F238E27FC236}">
                <a16:creationId xmlns:a16="http://schemas.microsoft.com/office/drawing/2014/main" id="{6CAB2A0A-792E-9C50-0F77-C338B3637585}"/>
              </a:ext>
            </a:extLst>
          </p:cNvPr>
          <p:cNvSpPr txBox="1"/>
          <p:nvPr/>
        </p:nvSpPr>
        <p:spPr>
          <a:xfrm>
            <a:off x="2247492" y="5715000"/>
            <a:ext cx="1754006"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Original</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CA3A263D-24BD-4A08-8ED0-3FC5D60952F7}"/>
              </a:ext>
            </a:extLst>
          </p:cNvPr>
          <p:cNvSpPr txBox="1"/>
          <p:nvPr/>
        </p:nvSpPr>
        <p:spPr>
          <a:xfrm>
            <a:off x="8416812" y="5715000"/>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069174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B92E-1445-59D9-E79F-051D497524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B4D07B-B8BD-F1CC-137C-9E7582D51509}"/>
              </a:ext>
            </a:extLst>
          </p:cNvPr>
          <p:cNvSpPr txBox="1">
            <a:spLocks/>
          </p:cNvSpPr>
          <p:nvPr/>
        </p:nvSpPr>
        <p:spPr>
          <a:xfrm>
            <a:off x="305981" y="1831901"/>
            <a:ext cx="563702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spc="1600" dirty="0">
                <a:solidFill>
                  <a:srgbClr val="8D6A9F"/>
                </a:solidFill>
                <a:latin typeface="American Typewriter" panose="02090604020004020304" pitchFamily="18" charset="77"/>
              </a:rPr>
              <a:t>TTT</a:t>
            </a:r>
            <a:r>
              <a:rPr lang="en-US" sz="3600" spc="1600" dirty="0">
                <a:solidFill>
                  <a:srgbClr val="8D6A9F"/>
                </a:solidFill>
                <a:latin typeface="American Typewriter" panose="02090604020004020304" pitchFamily="18" charset="77"/>
              </a:rPr>
              <a:t>ATTAC</a:t>
            </a:r>
            <a:r>
              <a:rPr lang="en-US" sz="3600" b="1" spc="1600" dirty="0">
                <a:solidFill>
                  <a:srgbClr val="8D6A9F"/>
                </a:solidFill>
                <a:latin typeface="American Typewriter" panose="02090604020004020304" pitchFamily="18" charset="77"/>
              </a:rPr>
              <a:t>AA</a:t>
            </a:r>
          </a:p>
          <a:p>
            <a:pPr marL="0" indent="0" algn="ctr">
              <a:buFont typeface="Arial" panose="020B0604020202020204" pitchFamily="34" charset="0"/>
              <a:buNone/>
            </a:pPr>
            <a:r>
              <a:rPr lang="en-US" sz="3600" b="1" spc="1600" dirty="0">
                <a:solidFill>
                  <a:srgbClr val="8D6A9F"/>
                </a:solidFill>
                <a:latin typeface="American Typewriter" panose="02090604020004020304" pitchFamily="18" charset="77"/>
              </a:rPr>
              <a:t>A</a:t>
            </a:r>
            <a:r>
              <a:rPr lang="en-US" sz="3600" spc="1600" dirty="0">
                <a:solidFill>
                  <a:srgbClr val="8D6A9F"/>
                </a:solidFill>
                <a:latin typeface="American Typewriter" panose="02090604020004020304" pitchFamily="18" charset="77"/>
              </a:rPr>
              <a:t>TACAAGATT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ACATGTTACA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CGATTACACA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ATTACAAGAT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
            </a:r>
          </a:p>
        </p:txBody>
      </p:sp>
      <p:sp>
        <p:nvSpPr>
          <p:cNvPr id="2" name="Content Placeholder 2">
            <a:extLst>
              <a:ext uri="{FF2B5EF4-FFF2-40B4-BE49-F238E27FC236}">
                <a16:creationId xmlns:a16="http://schemas.microsoft.com/office/drawing/2014/main" id="{FB53A289-CBA4-8459-D282-019E1BBA0752}"/>
              </a:ext>
            </a:extLst>
          </p:cNvPr>
          <p:cNvSpPr txBox="1">
            <a:spLocks/>
          </p:cNvSpPr>
          <p:nvPr/>
        </p:nvSpPr>
        <p:spPr>
          <a:xfrm>
            <a:off x="5943009" y="1831901"/>
            <a:ext cx="617101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a:t>
            </a:r>
            <a:r>
              <a:rPr lang="en-US" sz="3600" b="1" spc="1600" dirty="0">
                <a:solidFill>
                  <a:srgbClr val="212529"/>
                </a:solidFill>
                <a:latin typeface="American Typewriter" panose="02090604020004020304" pitchFamily="18" charset="77"/>
              </a:rPr>
              <a:t>CCC</a:t>
            </a:r>
            <a:r>
              <a:rPr lang="en-US" sz="3600" spc="1600" dirty="0">
                <a:solidFill>
                  <a:srgbClr val="212529"/>
                </a:solidFill>
                <a:latin typeface="American Typewriter" panose="02090604020004020304" pitchFamily="18" charset="77"/>
              </a:rPr>
              <a:t>AC</a:t>
            </a:r>
            <a:r>
              <a:rPr lang="en-US" sz="3600" b="1" spc="1600" dirty="0">
                <a:solidFill>
                  <a:srgbClr val="212529"/>
                </a:solidFill>
                <a:latin typeface="American Typewriter" panose="02090604020004020304" pitchFamily="18" charset="77"/>
              </a:rPr>
              <a:t>TTT</a:t>
            </a:r>
            <a:r>
              <a:rPr lang="en-US" sz="3600" spc="1600" dirty="0">
                <a:solidFill>
                  <a:srgbClr val="212529"/>
                </a:solidFill>
                <a:latin typeface="American Typewriter" panose="02090604020004020304" pitchFamily="18" charset="77"/>
              </a:rPr>
              <a:t>C</a:t>
            </a:r>
          </a:p>
          <a:p>
            <a:pPr marL="0" indent="0" algn="ctr">
              <a:buFont typeface="Arial" panose="020B0604020202020204" pitchFamily="34" charset="0"/>
              <a:buNone/>
            </a:pPr>
            <a:r>
              <a:rPr lang="en-US" sz="3600" b="1" spc="1600" dirty="0">
                <a:solidFill>
                  <a:srgbClr val="212529"/>
                </a:solidFill>
                <a:latin typeface="American Typewriter" panose="02090604020004020304" pitchFamily="18" charset="77"/>
              </a:rPr>
              <a:t>TTT</a:t>
            </a:r>
            <a:r>
              <a:rPr lang="en-US" sz="3600" spc="1600" dirty="0">
                <a:solidFill>
                  <a:srgbClr val="212529"/>
                </a:solidFill>
                <a:latin typeface="American Typewriter" panose="02090604020004020304" pitchFamily="18" charset="77"/>
              </a:rPr>
              <a:t>CAAGACT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AGG</a:t>
            </a:r>
            <a:r>
              <a:rPr lang="en-US" sz="3600" b="1" spc="1600" dirty="0">
                <a:solidFill>
                  <a:srgbClr val="212529"/>
                </a:solidFill>
                <a:latin typeface="American Typewriter" panose="02090604020004020304" pitchFamily="18" charset="77"/>
              </a:rPr>
              <a:t>AAAAAAA</a:t>
            </a:r>
          </a:p>
          <a:p>
            <a:pPr marL="0" indent="0" algn="ctr">
              <a:buFont typeface="Arial" panose="020B0604020202020204" pitchFamily="34" charset="0"/>
              <a:buNone/>
            </a:pPr>
            <a:r>
              <a:rPr lang="en-US" sz="3600" b="1" spc="1600" dirty="0">
                <a:solidFill>
                  <a:srgbClr val="212529"/>
                </a:solidFill>
                <a:latin typeface="American Typewriter" panose="02090604020004020304" pitchFamily="18" charset="77"/>
              </a:rPr>
              <a:t>AA</a:t>
            </a:r>
            <a:r>
              <a:rPr lang="en-US" sz="3600" spc="1600" dirty="0">
                <a:solidFill>
                  <a:srgbClr val="212529"/>
                </a:solidFill>
                <a:latin typeface="American Typewriter" panose="02090604020004020304" pitchFamily="18" charset="77"/>
              </a:rPr>
              <a:t>CATATTA</a:t>
            </a:r>
            <a:r>
              <a:rPr lang="en-US" sz="3600" b="1" spc="1600" dirty="0">
                <a:solidFill>
                  <a:srgbClr val="212529"/>
                </a:solidFill>
                <a:latin typeface="American Typewriter" panose="02090604020004020304" pitchFamily="18" charset="77"/>
              </a:rPr>
              <a:t>T</a:t>
            </a:r>
          </a:p>
          <a:p>
            <a:pPr marL="0" indent="0" algn="ctr">
              <a:buFont typeface="Arial" panose="020B0604020202020204" pitchFamily="34" charset="0"/>
              <a:buNone/>
            </a:pPr>
            <a:r>
              <a:rPr lang="en-US" sz="3600" b="1" spc="1600" dirty="0">
                <a:solidFill>
                  <a:srgbClr val="212529"/>
                </a:solidFill>
                <a:latin typeface="American Typewriter" panose="02090604020004020304" pitchFamily="18" charset="77"/>
              </a:rPr>
              <a:t>TTTAAAA</a:t>
            </a:r>
            <a:r>
              <a:rPr lang="en-US" sz="3600" spc="1600" dirty="0">
                <a:solidFill>
                  <a:srgbClr val="212529"/>
                </a:solidFill>
                <a:latin typeface="American Typewriter" panose="02090604020004020304" pitchFamily="18" charset="77"/>
              </a:rPr>
              <a:t>GAT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t>
            </a:r>
          </a:p>
        </p:txBody>
      </p:sp>
      <p:sp>
        <p:nvSpPr>
          <p:cNvPr id="4" name="TextBox 3">
            <a:extLst>
              <a:ext uri="{FF2B5EF4-FFF2-40B4-BE49-F238E27FC236}">
                <a16:creationId xmlns:a16="http://schemas.microsoft.com/office/drawing/2014/main" id="{13E4A185-C151-FEA3-048E-0AEF15BD5674}"/>
              </a:ext>
            </a:extLst>
          </p:cNvPr>
          <p:cNvSpPr txBox="1"/>
          <p:nvPr/>
        </p:nvSpPr>
        <p:spPr>
          <a:xfrm>
            <a:off x="3943006" y="507503"/>
            <a:ext cx="4305987"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Runs ≥3 characters</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5" name="TextBox 4">
            <a:extLst>
              <a:ext uri="{FF2B5EF4-FFF2-40B4-BE49-F238E27FC236}">
                <a16:creationId xmlns:a16="http://schemas.microsoft.com/office/drawing/2014/main" id="{0539EAE8-0FD6-ECF2-1330-AA83653B9EA6}"/>
              </a:ext>
            </a:extLst>
          </p:cNvPr>
          <p:cNvSpPr txBox="1"/>
          <p:nvPr/>
        </p:nvSpPr>
        <p:spPr>
          <a:xfrm>
            <a:off x="2247492" y="5715000"/>
            <a:ext cx="1754006"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Original</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EE715E8A-8424-1493-8579-6180E9118B8A}"/>
              </a:ext>
            </a:extLst>
          </p:cNvPr>
          <p:cNvSpPr txBox="1"/>
          <p:nvPr/>
        </p:nvSpPr>
        <p:spPr>
          <a:xfrm>
            <a:off x="8416812" y="5715000"/>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55904245"/>
      </p:ext>
    </p:extLst>
  </p:cSld>
  <p:clrMapOvr>
    <a:masterClrMapping/>
  </p:clrMapOvr>
  <mc:AlternateContent xmlns:mc="http://schemas.openxmlformats.org/markup-compatibility/2006" xmlns:p159="http://schemas.microsoft.com/office/powerpoint/2015/09/main">
    <mc:Choice Requires="p159">
      <p:transition spd="slow" advClick="0" advTm="1000">
        <p159:morph option="byChar"/>
      </p:transition>
    </mc:Choice>
    <mc:Fallback xmlns="">
      <p:transition spd="slow" advClick="0" advTm="1000">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AB9E9-8B15-4F54-C6E9-531A7B0253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7B067-EC29-DED4-0F4C-D1D3A0C44FCF}"/>
              </a:ext>
            </a:extLst>
          </p:cNvPr>
          <p:cNvSpPr txBox="1">
            <a:spLocks/>
          </p:cNvSpPr>
          <p:nvPr/>
        </p:nvSpPr>
        <p:spPr>
          <a:xfrm>
            <a:off x="305981" y="1831901"/>
            <a:ext cx="563702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spc="1600" dirty="0">
                <a:solidFill>
                  <a:srgbClr val="8D6A9F"/>
                </a:solidFill>
                <a:latin typeface="American Typewriter" panose="02090604020004020304" pitchFamily="18" charset="77"/>
              </a:rPr>
              <a:t>TTT</a:t>
            </a:r>
            <a:r>
              <a:rPr lang="en-US" sz="3600" spc="1600" dirty="0">
                <a:solidFill>
                  <a:srgbClr val="8D6A9F"/>
                </a:solidFill>
                <a:latin typeface="American Typewriter" panose="02090604020004020304" pitchFamily="18" charset="77"/>
              </a:rPr>
              <a:t>ATTAC</a:t>
            </a:r>
            <a:r>
              <a:rPr lang="en-US" sz="3600" b="1" spc="1600" dirty="0">
                <a:solidFill>
                  <a:srgbClr val="8D6A9F"/>
                </a:solidFill>
                <a:latin typeface="American Typewriter" panose="02090604020004020304" pitchFamily="18" charset="77"/>
              </a:rPr>
              <a:t>AA</a:t>
            </a:r>
          </a:p>
          <a:p>
            <a:pPr marL="0" indent="0" algn="ctr">
              <a:buFont typeface="Arial" panose="020B0604020202020204" pitchFamily="34" charset="0"/>
              <a:buNone/>
            </a:pPr>
            <a:r>
              <a:rPr lang="en-US" sz="3600" b="1" spc="1600" dirty="0">
                <a:solidFill>
                  <a:srgbClr val="8D6A9F"/>
                </a:solidFill>
                <a:latin typeface="American Typewriter" panose="02090604020004020304" pitchFamily="18" charset="77"/>
              </a:rPr>
              <a:t>A</a:t>
            </a:r>
            <a:r>
              <a:rPr lang="en-US" sz="3600" spc="1600" dirty="0">
                <a:solidFill>
                  <a:srgbClr val="8D6A9F"/>
                </a:solidFill>
                <a:latin typeface="American Typewriter" panose="02090604020004020304" pitchFamily="18" charset="77"/>
              </a:rPr>
              <a:t>TACAAGATT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ACATGTTACA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CGATTACACA</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ATTACAAGAT</a:t>
            </a:r>
          </a:p>
          <a:p>
            <a:pPr marL="0" indent="0" algn="ctr">
              <a:buFont typeface="Arial" panose="020B0604020202020204" pitchFamily="34" charset="0"/>
              <a:buNone/>
            </a:pPr>
            <a:r>
              <a:rPr lang="en-US" sz="3600" spc="1600" dirty="0">
                <a:solidFill>
                  <a:srgbClr val="8D6A9F"/>
                </a:solidFill>
                <a:latin typeface="American Typewriter" panose="02090604020004020304" pitchFamily="18" charset="77"/>
              </a:rPr>
              <a:t>$</a:t>
            </a:r>
          </a:p>
        </p:txBody>
      </p:sp>
      <p:sp>
        <p:nvSpPr>
          <p:cNvPr id="2" name="Content Placeholder 2">
            <a:extLst>
              <a:ext uri="{FF2B5EF4-FFF2-40B4-BE49-F238E27FC236}">
                <a16:creationId xmlns:a16="http://schemas.microsoft.com/office/drawing/2014/main" id="{C5CB9637-171A-ABDB-510C-698E32A9AF4E}"/>
              </a:ext>
            </a:extLst>
          </p:cNvPr>
          <p:cNvSpPr txBox="1">
            <a:spLocks/>
          </p:cNvSpPr>
          <p:nvPr/>
        </p:nvSpPr>
        <p:spPr>
          <a:xfrm>
            <a:off x="5943009" y="1831901"/>
            <a:ext cx="6171018"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T</a:t>
            </a:r>
            <a:r>
              <a:rPr lang="en-US" sz="3600" b="1" spc="1600" dirty="0">
                <a:solidFill>
                  <a:srgbClr val="212529"/>
                </a:solidFill>
                <a:latin typeface="American Typewriter" panose="02090604020004020304" pitchFamily="18" charset="77"/>
              </a:rPr>
              <a:t>CCC</a:t>
            </a:r>
            <a:r>
              <a:rPr lang="en-US" sz="3600" spc="1600" dirty="0">
                <a:solidFill>
                  <a:srgbClr val="212529"/>
                </a:solidFill>
                <a:latin typeface="American Typewriter" panose="02090604020004020304" pitchFamily="18" charset="77"/>
              </a:rPr>
              <a:t>AC</a:t>
            </a:r>
            <a:r>
              <a:rPr lang="en-US" sz="3600" b="1" spc="1600" dirty="0">
                <a:solidFill>
                  <a:srgbClr val="212529"/>
                </a:solidFill>
                <a:latin typeface="American Typewriter" panose="02090604020004020304" pitchFamily="18" charset="77"/>
              </a:rPr>
              <a:t>TTT</a:t>
            </a:r>
            <a:r>
              <a:rPr lang="en-US" sz="3600" spc="1600" dirty="0">
                <a:solidFill>
                  <a:srgbClr val="212529"/>
                </a:solidFill>
                <a:latin typeface="American Typewriter" panose="02090604020004020304" pitchFamily="18" charset="77"/>
              </a:rPr>
              <a:t>C</a:t>
            </a:r>
          </a:p>
          <a:p>
            <a:pPr marL="0" indent="0" algn="ctr">
              <a:buFont typeface="Arial" panose="020B0604020202020204" pitchFamily="34" charset="0"/>
              <a:buNone/>
            </a:pPr>
            <a:r>
              <a:rPr lang="en-US" sz="3600" b="1" spc="1600" dirty="0">
                <a:solidFill>
                  <a:srgbClr val="212529"/>
                </a:solidFill>
                <a:latin typeface="American Typewriter" panose="02090604020004020304" pitchFamily="18" charset="77"/>
              </a:rPr>
              <a:t>TTT</a:t>
            </a:r>
            <a:r>
              <a:rPr lang="en-US" sz="3600" spc="1600" dirty="0">
                <a:solidFill>
                  <a:srgbClr val="212529"/>
                </a:solidFill>
                <a:latin typeface="American Typewriter" panose="02090604020004020304" pitchFamily="18" charset="77"/>
              </a:rPr>
              <a:t>CAAGACT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AGG</a:t>
            </a:r>
            <a:r>
              <a:rPr lang="en-US" sz="3600" b="1" spc="1600" dirty="0">
                <a:solidFill>
                  <a:srgbClr val="212529"/>
                </a:solidFill>
                <a:latin typeface="American Typewriter" panose="02090604020004020304" pitchFamily="18" charset="77"/>
              </a:rPr>
              <a:t>AAAAAAA</a:t>
            </a:r>
          </a:p>
          <a:p>
            <a:pPr marL="0" indent="0" algn="ctr">
              <a:buFont typeface="Arial" panose="020B0604020202020204" pitchFamily="34" charset="0"/>
              <a:buNone/>
            </a:pPr>
            <a:r>
              <a:rPr lang="en-US" sz="3600" b="1" spc="1600" dirty="0">
                <a:solidFill>
                  <a:srgbClr val="212529"/>
                </a:solidFill>
                <a:latin typeface="American Typewriter" panose="02090604020004020304" pitchFamily="18" charset="77"/>
              </a:rPr>
              <a:t>AA</a:t>
            </a:r>
            <a:r>
              <a:rPr lang="en-US" sz="3600" spc="1600" dirty="0">
                <a:solidFill>
                  <a:srgbClr val="212529"/>
                </a:solidFill>
                <a:latin typeface="American Typewriter" panose="02090604020004020304" pitchFamily="18" charset="77"/>
              </a:rPr>
              <a:t>CATATTA</a:t>
            </a:r>
            <a:r>
              <a:rPr lang="en-US" sz="3600" b="1" spc="1600" dirty="0">
                <a:solidFill>
                  <a:srgbClr val="212529"/>
                </a:solidFill>
                <a:latin typeface="American Typewriter" panose="02090604020004020304" pitchFamily="18" charset="77"/>
              </a:rPr>
              <a:t>T</a:t>
            </a:r>
          </a:p>
          <a:p>
            <a:pPr marL="0" indent="0" algn="ctr">
              <a:buFont typeface="Arial" panose="020B0604020202020204" pitchFamily="34" charset="0"/>
              <a:buNone/>
            </a:pPr>
            <a:r>
              <a:rPr lang="en-US" sz="3600" b="1" spc="1600" dirty="0">
                <a:solidFill>
                  <a:srgbClr val="212529"/>
                </a:solidFill>
                <a:latin typeface="American Typewriter" panose="02090604020004020304" pitchFamily="18" charset="77"/>
              </a:rPr>
              <a:t>TTTAAAA</a:t>
            </a:r>
            <a:r>
              <a:rPr lang="en-US" sz="3600" spc="1600" dirty="0">
                <a:solidFill>
                  <a:srgbClr val="212529"/>
                </a:solidFill>
                <a:latin typeface="American Typewriter" panose="02090604020004020304" pitchFamily="18" charset="77"/>
              </a:rPr>
              <a:t>GAT</a:t>
            </a:r>
          </a:p>
          <a:p>
            <a:pPr marL="0" indent="0" algn="ctr">
              <a:buFont typeface="Arial" panose="020B0604020202020204" pitchFamily="34" charset="0"/>
              <a:buNone/>
            </a:pPr>
            <a:r>
              <a:rPr lang="en-US" sz="3600" spc="1600" dirty="0">
                <a:solidFill>
                  <a:srgbClr val="212529"/>
                </a:solidFill>
                <a:latin typeface="American Typewriter" panose="02090604020004020304" pitchFamily="18" charset="77"/>
              </a:rPr>
              <a:t>$</a:t>
            </a:r>
          </a:p>
        </p:txBody>
      </p:sp>
      <p:sp>
        <p:nvSpPr>
          <p:cNvPr id="4" name="TextBox 3">
            <a:extLst>
              <a:ext uri="{FF2B5EF4-FFF2-40B4-BE49-F238E27FC236}">
                <a16:creationId xmlns:a16="http://schemas.microsoft.com/office/drawing/2014/main" id="{37D9B3DD-680B-3100-D7A2-40A1A16B7240}"/>
              </a:ext>
            </a:extLst>
          </p:cNvPr>
          <p:cNvSpPr txBox="1"/>
          <p:nvPr/>
        </p:nvSpPr>
        <p:spPr>
          <a:xfrm>
            <a:off x="3943006" y="507503"/>
            <a:ext cx="4305987"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Runs ≥3 characters</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5" name="TextBox 4">
            <a:extLst>
              <a:ext uri="{FF2B5EF4-FFF2-40B4-BE49-F238E27FC236}">
                <a16:creationId xmlns:a16="http://schemas.microsoft.com/office/drawing/2014/main" id="{411ABD05-C0C3-990B-65D2-F6D44E31B813}"/>
              </a:ext>
            </a:extLst>
          </p:cNvPr>
          <p:cNvSpPr txBox="1"/>
          <p:nvPr/>
        </p:nvSpPr>
        <p:spPr>
          <a:xfrm>
            <a:off x="2247492" y="5715000"/>
            <a:ext cx="1754006"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Original</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6378B007-A14E-CD06-561A-CC6732E43EA7}"/>
              </a:ext>
            </a:extLst>
          </p:cNvPr>
          <p:cNvSpPr txBox="1"/>
          <p:nvPr/>
        </p:nvSpPr>
        <p:spPr>
          <a:xfrm>
            <a:off x="8416812" y="5715000"/>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7" name="TextBox 6">
            <a:extLst>
              <a:ext uri="{FF2B5EF4-FFF2-40B4-BE49-F238E27FC236}">
                <a16:creationId xmlns:a16="http://schemas.microsoft.com/office/drawing/2014/main" id="{7C7E3805-235E-CE20-658A-478C35D81CA4}"/>
              </a:ext>
            </a:extLst>
          </p:cNvPr>
          <p:cNvSpPr txBox="1"/>
          <p:nvPr/>
        </p:nvSpPr>
        <p:spPr>
          <a:xfrm>
            <a:off x="2672234" y="1055401"/>
            <a:ext cx="455574"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2</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
        <p:nvSpPr>
          <p:cNvPr id="8" name="TextBox 7">
            <a:extLst>
              <a:ext uri="{FF2B5EF4-FFF2-40B4-BE49-F238E27FC236}">
                <a16:creationId xmlns:a16="http://schemas.microsoft.com/office/drawing/2014/main" id="{83062149-197A-BC75-060D-24953CF5B6E9}"/>
              </a:ext>
            </a:extLst>
          </p:cNvPr>
          <p:cNvSpPr txBox="1"/>
          <p:nvPr/>
        </p:nvSpPr>
        <p:spPr>
          <a:xfrm>
            <a:off x="8800731" y="1055401"/>
            <a:ext cx="455574"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6</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63355738"/>
      </p:ext>
    </p:extLst>
  </p:cSld>
  <p:clrMapOvr>
    <a:masterClrMapping/>
  </p:clrMapOvr>
  <mc:AlternateContent xmlns:mc="http://schemas.openxmlformats.org/markup-compatibility/2006" xmlns:p159="http://schemas.microsoft.com/office/powerpoint/2015/09/main">
    <mc:Choice Requires="p159">
      <p:transition spd="slow" advClick="0" advTm="5000">
        <p159:morph option="byObject"/>
      </p:transition>
    </mc:Choice>
    <mc:Fallback xmlns="">
      <p:transition spd="slow" advClick="0" advTm="5000">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296905"/>
      </p:ext>
    </p:extLst>
  </p:cSld>
  <p:clrMapOvr>
    <a:masterClrMapping/>
  </p:clrMapOvr>
  <p:transition spd="slow" advClick="0" advTm="200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ABB40-F449-21AA-5104-DF054739932D}"/>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2D18789-C5CA-0BAB-92B9-B5DA9AA6F6A3}"/>
              </a:ext>
            </a:extLst>
          </p:cNvPr>
          <p:cNvSpPr txBox="1">
            <a:spLocks/>
          </p:cNvSpPr>
          <p:nvPr/>
        </p:nvSpPr>
        <p:spPr>
          <a:xfrm>
            <a:off x="2443717" y="1603089"/>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8D6A9F"/>
                </a:solidFill>
                <a:latin typeface="American Typewriter" panose="02090604020004020304" pitchFamily="18" charset="77"/>
              </a:rPr>
              <a:t>01010101$</a:t>
            </a:r>
          </a:p>
        </p:txBody>
      </p:sp>
      <p:sp>
        <p:nvSpPr>
          <p:cNvPr id="3" name="Content Placeholder 2">
            <a:extLst>
              <a:ext uri="{FF2B5EF4-FFF2-40B4-BE49-F238E27FC236}">
                <a16:creationId xmlns:a16="http://schemas.microsoft.com/office/drawing/2014/main" id="{E0C08585-C4B8-5C7E-1018-5B390666977B}"/>
              </a:ext>
            </a:extLst>
          </p:cNvPr>
          <p:cNvSpPr txBox="1">
            <a:spLocks/>
          </p:cNvSpPr>
          <p:nvPr/>
        </p:nvSpPr>
        <p:spPr>
          <a:xfrm>
            <a:off x="2443717" y="2352684"/>
            <a:ext cx="7304567"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1111$0000</a:t>
            </a:r>
          </a:p>
        </p:txBody>
      </p:sp>
      <p:sp>
        <p:nvSpPr>
          <p:cNvPr id="8" name="Content Placeholder 2">
            <a:extLst>
              <a:ext uri="{FF2B5EF4-FFF2-40B4-BE49-F238E27FC236}">
                <a16:creationId xmlns:a16="http://schemas.microsoft.com/office/drawing/2014/main" id="{B643B451-3159-D214-C1FF-F13BA485693C}"/>
              </a:ext>
            </a:extLst>
          </p:cNvPr>
          <p:cNvSpPr txBox="1">
            <a:spLocks/>
          </p:cNvSpPr>
          <p:nvPr/>
        </p:nvSpPr>
        <p:spPr>
          <a:xfrm>
            <a:off x="381000" y="3994076"/>
            <a:ext cx="11430000"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spc="1600" dirty="0">
                <a:solidFill>
                  <a:srgbClr val="8D6A9F"/>
                </a:solidFill>
                <a:latin typeface="American Typewriter" panose="02090604020004020304" pitchFamily="18" charset="77"/>
              </a:rPr>
              <a:t>1000101101011011$</a:t>
            </a:r>
          </a:p>
        </p:txBody>
      </p:sp>
      <p:sp>
        <p:nvSpPr>
          <p:cNvPr id="9" name="Content Placeholder 2">
            <a:extLst>
              <a:ext uri="{FF2B5EF4-FFF2-40B4-BE49-F238E27FC236}">
                <a16:creationId xmlns:a16="http://schemas.microsoft.com/office/drawing/2014/main" id="{243D8A0B-B3B4-C776-5E15-C3B727521CD9}"/>
              </a:ext>
            </a:extLst>
          </p:cNvPr>
          <p:cNvSpPr txBox="1">
            <a:spLocks/>
          </p:cNvSpPr>
          <p:nvPr/>
        </p:nvSpPr>
        <p:spPr>
          <a:xfrm>
            <a:off x="838200" y="4743671"/>
            <a:ext cx="10515600" cy="7495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212529"/>
                </a:solidFill>
                <a:latin typeface="American Typewriter" panose="02090604020004020304" pitchFamily="18" charset="77"/>
              </a:rPr>
              <a:t>110011111$1100000</a:t>
            </a:r>
          </a:p>
        </p:txBody>
      </p:sp>
    </p:spTree>
    <p:extLst>
      <p:ext uri="{BB962C8B-B14F-4D97-AF65-F5344CB8AC3E}">
        <p14:creationId xmlns:p14="http://schemas.microsoft.com/office/powerpoint/2010/main" val="4206634792"/>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childTnLst>
                          </p:cTn>
                        </p:par>
                        <p:par>
                          <p:cTn id="9" fill="hold">
                            <p:stCondLst>
                              <p:cond delay="1500"/>
                            </p:stCondLst>
                            <p:childTnLst>
                              <p:par>
                                <p:cTn id="10" presetID="1" presetClass="entr" presetSubtype="0" fill="hold" grpId="0" nodeType="afterEffect">
                                  <p:stCondLst>
                                    <p:cond delay="2000"/>
                                  </p:stCondLst>
                                  <p:childTnLst>
                                    <p:set>
                                      <p:cBhvr>
                                        <p:cTn id="11" dur="1" fill="hold">
                                          <p:stCondLst>
                                            <p:cond delay="0"/>
                                          </p:stCondLst>
                                        </p:cTn>
                                        <p:tgtEl>
                                          <p:spTgt spid="8"/>
                                        </p:tgtEl>
                                        <p:attrNameLst>
                                          <p:attrName>style.visibility</p:attrName>
                                        </p:attrNameLst>
                                      </p:cBhvr>
                                      <p:to>
                                        <p:strVal val="visible"/>
                                      </p:to>
                                    </p:set>
                                  </p:childTnLst>
                                </p:cTn>
                              </p:par>
                            </p:childTnLst>
                          </p:cTn>
                        </p:par>
                        <p:par>
                          <p:cTn id="12" fill="hold">
                            <p:stCondLst>
                              <p:cond delay="3500"/>
                            </p:stCondLst>
                            <p:childTnLst>
                              <p:par>
                                <p:cTn id="13" presetID="12" presetClass="entr" presetSubtype="1" fill="hold" grpId="0" nodeType="after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p:tgtEl>
                                          <p:spTgt spid="9"/>
                                        </p:tgtEl>
                                        <p:attrNameLst>
                                          <p:attrName>ppt_y</p:attrName>
                                        </p:attrNameLst>
                                      </p:cBhvr>
                                      <p:tavLst>
                                        <p:tav tm="0">
                                          <p:val>
                                            <p:strVal val="#ppt_y-#ppt_h*1.125000"/>
                                          </p:val>
                                        </p:tav>
                                        <p:tav tm="100000">
                                          <p:val>
                                            <p:strVal val="#ppt_y"/>
                                          </p:val>
                                        </p:tav>
                                      </p:tavLst>
                                    </p:anim>
                                    <p:animEffect transition="in" filter="wipe(down)">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36984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2D403-300C-3387-D9A5-3928724371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51F332-5EC4-6309-C7D2-21D0B8D612DA}"/>
              </a:ext>
            </a:extLst>
          </p:cNvPr>
          <p:cNvSpPr txBox="1"/>
          <p:nvPr/>
        </p:nvSpPr>
        <p:spPr>
          <a:xfrm>
            <a:off x="456124" y="2000071"/>
            <a:ext cx="11363297" cy="1200329"/>
          </a:xfrm>
          <a:prstGeom prst="rect">
            <a:avLst/>
          </a:prstGeom>
          <a:noFill/>
        </p:spPr>
        <p:txBody>
          <a:bodyPr wrap="square">
            <a:spAutoFit/>
          </a:bodyPr>
          <a:lstStyle/>
          <a:p>
            <a:pPr algn="ctr"/>
            <a:r>
              <a:rPr lang="en-US" sz="3600" spc="1600" dirty="0" err="1">
                <a:solidFill>
                  <a:srgbClr val="8D6A9F"/>
                </a:solidFill>
                <a:latin typeface="American Typewriter" panose="02090604020004020304" pitchFamily="18" charset="77"/>
              </a:rPr>
              <a:t>It_was_the_best_of_times_it_was_the_worst_of_times</a:t>
            </a:r>
            <a:endParaRPr lang="en-US" sz="3600" spc="1600" dirty="0">
              <a:solidFill>
                <a:srgbClr val="8D6A9F"/>
              </a:solidFill>
              <a:latin typeface="American Typewriter" panose="02090604020004020304" pitchFamily="18" charset="77"/>
            </a:endParaRPr>
          </a:p>
        </p:txBody>
      </p:sp>
      <p:sp>
        <p:nvSpPr>
          <p:cNvPr id="4" name="TextBox 3">
            <a:extLst>
              <a:ext uri="{FF2B5EF4-FFF2-40B4-BE49-F238E27FC236}">
                <a16:creationId xmlns:a16="http://schemas.microsoft.com/office/drawing/2014/main" id="{823CEC3E-9723-C1B0-50E6-185B6A787F72}"/>
              </a:ext>
            </a:extLst>
          </p:cNvPr>
          <p:cNvSpPr txBox="1"/>
          <p:nvPr/>
        </p:nvSpPr>
        <p:spPr>
          <a:xfrm>
            <a:off x="346572" y="3581400"/>
            <a:ext cx="11582400" cy="1200329"/>
          </a:xfrm>
          <a:prstGeom prst="rect">
            <a:avLst/>
          </a:prstGeom>
          <a:noFill/>
        </p:spPr>
        <p:txBody>
          <a:bodyPr wrap="square">
            <a:spAutoFit/>
          </a:bodyPr>
          <a:lstStyle/>
          <a:p>
            <a:pPr marL="0" indent="0" algn="ctr">
              <a:buNone/>
            </a:pPr>
            <a:r>
              <a:rPr lang="en-US" sz="3600" spc="1600" dirty="0">
                <a:solidFill>
                  <a:srgbClr val="212529"/>
                </a:solidFill>
                <a:latin typeface="American Typewriter" panose="02090604020004020304" pitchFamily="18" charset="77"/>
              </a:rPr>
              <a:t>sesttssfftte$ww_hhmmbootttt_ii__</a:t>
            </a:r>
            <a:r>
              <a:rPr lang="en-US" sz="3600" spc="1600" dirty="0" err="1">
                <a:solidFill>
                  <a:srgbClr val="212529"/>
                </a:solidFill>
                <a:latin typeface="American Typewriter" panose="02090604020004020304" pitchFamily="18" charset="77"/>
              </a:rPr>
              <a:t>woeeaaressIi</a:t>
            </a:r>
            <a:r>
              <a:rPr lang="en-US" sz="3600" spc="1600" dirty="0">
                <a:solidFill>
                  <a:srgbClr val="212529"/>
                </a:solidFill>
                <a:latin typeface="American Typewriter" panose="02090604020004020304" pitchFamily="18" charset="77"/>
              </a:rPr>
              <a:t>_______</a:t>
            </a:r>
            <a:endParaRPr lang="en-US" sz="3600" b="1" u="sng" spc="1600" dirty="0">
              <a:solidFill>
                <a:srgbClr val="212529"/>
              </a:solidFill>
              <a:latin typeface="American Typewriter" panose="02090604020004020304" pitchFamily="18" charset="77"/>
            </a:endParaRPr>
          </a:p>
        </p:txBody>
      </p:sp>
    </p:spTree>
    <p:extLst>
      <p:ext uri="{BB962C8B-B14F-4D97-AF65-F5344CB8AC3E}">
        <p14:creationId xmlns:p14="http://schemas.microsoft.com/office/powerpoint/2010/main" val="1073243064"/>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5263254"/>
      </p:ext>
    </p:extLst>
  </p:cSld>
  <p:clrMapOvr>
    <a:masterClrMapping/>
  </p:clrMapOvr>
  <p:transition spd="slow" advClick="0" advTm="2000"/>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CC404-12D8-A45D-A6F8-39E33D513DE2}"/>
            </a:ext>
          </a:extLst>
        </p:cNvPr>
        <p:cNvGrpSpPr/>
        <p:nvPr/>
      </p:nvGrpSpPr>
      <p:grpSpPr>
        <a:xfrm>
          <a:off x="0" y="0"/>
          <a:ext cx="0" cy="0"/>
          <a:chOff x="0" y="0"/>
          <a:chExt cx="0" cy="0"/>
        </a:xfrm>
      </p:grpSpPr>
      <p:sp>
        <p:nvSpPr>
          <p:cNvPr id="16" name="!!A1_REF">
            <a:extLst>
              <a:ext uri="{FF2B5EF4-FFF2-40B4-BE49-F238E27FC236}">
                <a16:creationId xmlns:a16="http://schemas.microsoft.com/office/drawing/2014/main" id="{7F68B469-D469-5D12-12F9-959A9A91D982}"/>
              </a:ext>
            </a:extLst>
          </p:cNvPr>
          <p:cNvSpPr txBox="1">
            <a:spLocks noChangeAspect="1"/>
          </p:cNvSpPr>
          <p:nvPr/>
        </p:nvSpPr>
        <p:spPr>
          <a:xfrm>
            <a:off x="5046386"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8" name="!!A2_REF">
            <a:extLst>
              <a:ext uri="{FF2B5EF4-FFF2-40B4-BE49-F238E27FC236}">
                <a16:creationId xmlns:a16="http://schemas.microsoft.com/office/drawing/2014/main" id="{B939621E-CF83-4C96-B647-AC9EB023260E}"/>
              </a:ext>
            </a:extLst>
          </p:cNvPr>
          <p:cNvSpPr txBox="1">
            <a:spLocks noChangeAspect="1"/>
          </p:cNvSpPr>
          <p:nvPr/>
        </p:nvSpPr>
        <p:spPr>
          <a:xfrm>
            <a:off x="5668898"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20" name="!!T1_REF">
            <a:extLst>
              <a:ext uri="{FF2B5EF4-FFF2-40B4-BE49-F238E27FC236}">
                <a16:creationId xmlns:a16="http://schemas.microsoft.com/office/drawing/2014/main" id="{FDAF8AB7-5BE0-6091-A6DB-3FF56DD95000}"/>
              </a:ext>
            </a:extLst>
          </p:cNvPr>
          <p:cNvSpPr txBox="1">
            <a:spLocks noChangeAspect="1"/>
          </p:cNvSpPr>
          <p:nvPr/>
        </p:nvSpPr>
        <p:spPr>
          <a:xfrm>
            <a:off x="6291410"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1" name="!!G1_REF">
            <a:extLst>
              <a:ext uri="{FF2B5EF4-FFF2-40B4-BE49-F238E27FC236}">
                <a16:creationId xmlns:a16="http://schemas.microsoft.com/office/drawing/2014/main" id="{3F040A99-347F-8131-30A7-DB8002E86C43}"/>
              </a:ext>
            </a:extLst>
          </p:cNvPr>
          <p:cNvSpPr txBox="1">
            <a:spLocks noChangeAspect="1"/>
          </p:cNvSpPr>
          <p:nvPr/>
        </p:nvSpPr>
        <p:spPr>
          <a:xfrm>
            <a:off x="6913922"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2" name="!!T2_REF">
            <a:extLst>
              <a:ext uri="{FF2B5EF4-FFF2-40B4-BE49-F238E27FC236}">
                <a16:creationId xmlns:a16="http://schemas.microsoft.com/office/drawing/2014/main" id="{632FE643-6D31-220C-7696-5680DC4EC7E2}"/>
              </a:ext>
            </a:extLst>
          </p:cNvPr>
          <p:cNvSpPr txBox="1">
            <a:spLocks noChangeAspect="1"/>
          </p:cNvSpPr>
          <p:nvPr/>
        </p:nvSpPr>
        <p:spPr>
          <a:xfrm>
            <a:off x="753643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3" name="!!T3_REF">
            <a:extLst>
              <a:ext uri="{FF2B5EF4-FFF2-40B4-BE49-F238E27FC236}">
                <a16:creationId xmlns:a16="http://schemas.microsoft.com/office/drawing/2014/main" id="{1A0190FE-B310-044A-635A-0C5C28258F18}"/>
              </a:ext>
            </a:extLst>
          </p:cNvPr>
          <p:cNvSpPr txBox="1">
            <a:spLocks noChangeAspect="1"/>
          </p:cNvSpPr>
          <p:nvPr/>
        </p:nvSpPr>
        <p:spPr>
          <a:xfrm>
            <a:off x="8158946"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9" name="!!A4_REF">
            <a:extLst>
              <a:ext uri="{FF2B5EF4-FFF2-40B4-BE49-F238E27FC236}">
                <a16:creationId xmlns:a16="http://schemas.microsoft.com/office/drawing/2014/main" id="{80D5B656-8B6F-D3C7-1AD0-346E3A8BDF23}"/>
              </a:ext>
            </a:extLst>
          </p:cNvPr>
          <p:cNvSpPr txBox="1">
            <a:spLocks noChangeAspect="1"/>
          </p:cNvSpPr>
          <p:nvPr/>
        </p:nvSpPr>
        <p:spPr>
          <a:xfrm>
            <a:off x="8781458"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26" name="!!T4_REF">
            <a:extLst>
              <a:ext uri="{FF2B5EF4-FFF2-40B4-BE49-F238E27FC236}">
                <a16:creationId xmlns:a16="http://schemas.microsoft.com/office/drawing/2014/main" id="{B00957DA-C442-8D6C-546F-0E784C38463D}"/>
              </a:ext>
            </a:extLst>
          </p:cNvPr>
          <p:cNvSpPr txBox="1">
            <a:spLocks noChangeAspect="1"/>
          </p:cNvSpPr>
          <p:nvPr/>
        </p:nvSpPr>
        <p:spPr>
          <a:xfrm>
            <a:off x="9403970"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7" name="!!G2_REF">
            <a:extLst>
              <a:ext uri="{FF2B5EF4-FFF2-40B4-BE49-F238E27FC236}">
                <a16:creationId xmlns:a16="http://schemas.microsoft.com/office/drawing/2014/main" id="{C9725FAA-470C-7FED-6738-A95059208674}"/>
              </a:ext>
            </a:extLst>
          </p:cNvPr>
          <p:cNvSpPr txBox="1">
            <a:spLocks noChangeAspect="1"/>
          </p:cNvSpPr>
          <p:nvPr/>
        </p:nvSpPr>
        <p:spPr>
          <a:xfrm>
            <a:off x="10026482"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 name="!!G3_REF">
            <a:extLst>
              <a:ext uri="{FF2B5EF4-FFF2-40B4-BE49-F238E27FC236}">
                <a16:creationId xmlns:a16="http://schemas.microsoft.com/office/drawing/2014/main" id="{44DE0A97-C9E2-E6A7-41E5-ED68DAA97811}"/>
              </a:ext>
            </a:extLst>
          </p:cNvPr>
          <p:cNvSpPr txBox="1">
            <a:spLocks noChangeAspect="1"/>
          </p:cNvSpPr>
          <p:nvPr/>
        </p:nvSpPr>
        <p:spPr>
          <a:xfrm>
            <a:off x="1064899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4" name="!!$_REF">
            <a:extLst>
              <a:ext uri="{FF2B5EF4-FFF2-40B4-BE49-F238E27FC236}">
                <a16:creationId xmlns:a16="http://schemas.microsoft.com/office/drawing/2014/main" id="{3BFD7F17-9999-6D0A-8C9D-D06F877176B8}"/>
              </a:ext>
            </a:extLst>
          </p:cNvPr>
          <p:cNvSpPr txBox="1">
            <a:spLocks noChangeAspect="1"/>
          </p:cNvSpPr>
          <p:nvPr/>
        </p:nvSpPr>
        <p:spPr>
          <a:xfrm>
            <a:off x="1127150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5" name="!!RefSeq">
            <a:extLst>
              <a:ext uri="{FF2B5EF4-FFF2-40B4-BE49-F238E27FC236}">
                <a16:creationId xmlns:a16="http://schemas.microsoft.com/office/drawing/2014/main" id="{5280F64A-8E4F-E18A-C785-03834C2BEC0E}"/>
              </a:ext>
            </a:extLst>
          </p:cNvPr>
          <p:cNvSpPr txBox="1"/>
          <p:nvPr/>
        </p:nvSpPr>
        <p:spPr>
          <a:xfrm>
            <a:off x="164766" y="2660904"/>
            <a:ext cx="4484754"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Reference sequence</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
        <p:nvSpPr>
          <p:cNvPr id="2" name="!!A1_BWT">
            <a:extLst>
              <a:ext uri="{FF2B5EF4-FFF2-40B4-BE49-F238E27FC236}">
                <a16:creationId xmlns:a16="http://schemas.microsoft.com/office/drawing/2014/main" id="{5B388147-0281-1F2A-1F70-B24828B0092D}"/>
              </a:ext>
            </a:extLst>
          </p:cNvPr>
          <p:cNvSpPr txBox="1">
            <a:spLocks noChangeAspect="1"/>
          </p:cNvSpPr>
          <p:nvPr/>
        </p:nvSpPr>
        <p:spPr>
          <a:xfrm>
            <a:off x="5046386"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 name="!!A2_BWT">
            <a:extLst>
              <a:ext uri="{FF2B5EF4-FFF2-40B4-BE49-F238E27FC236}">
                <a16:creationId xmlns:a16="http://schemas.microsoft.com/office/drawing/2014/main" id="{B508E11D-ACF9-4D4B-043D-51D24372C4A5}"/>
              </a:ext>
            </a:extLst>
          </p:cNvPr>
          <p:cNvSpPr txBox="1">
            <a:spLocks noChangeAspect="1"/>
          </p:cNvSpPr>
          <p:nvPr/>
        </p:nvSpPr>
        <p:spPr>
          <a:xfrm>
            <a:off x="5668898"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6" name="!!T1_BWT">
            <a:extLst>
              <a:ext uri="{FF2B5EF4-FFF2-40B4-BE49-F238E27FC236}">
                <a16:creationId xmlns:a16="http://schemas.microsoft.com/office/drawing/2014/main" id="{418B58DA-6234-EF41-161C-57EDE7F4C492}"/>
              </a:ext>
            </a:extLst>
          </p:cNvPr>
          <p:cNvSpPr txBox="1">
            <a:spLocks noChangeAspect="1"/>
          </p:cNvSpPr>
          <p:nvPr/>
        </p:nvSpPr>
        <p:spPr>
          <a:xfrm>
            <a:off x="6291410"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7" name="!!G1_BWT">
            <a:extLst>
              <a:ext uri="{FF2B5EF4-FFF2-40B4-BE49-F238E27FC236}">
                <a16:creationId xmlns:a16="http://schemas.microsoft.com/office/drawing/2014/main" id="{34A01AE4-FCBA-16E8-8E47-23E21D1AC259}"/>
              </a:ext>
            </a:extLst>
          </p:cNvPr>
          <p:cNvSpPr txBox="1">
            <a:spLocks noChangeAspect="1"/>
          </p:cNvSpPr>
          <p:nvPr/>
        </p:nvSpPr>
        <p:spPr>
          <a:xfrm>
            <a:off x="6913922"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8" name="!!T2_BWT">
            <a:extLst>
              <a:ext uri="{FF2B5EF4-FFF2-40B4-BE49-F238E27FC236}">
                <a16:creationId xmlns:a16="http://schemas.microsoft.com/office/drawing/2014/main" id="{389CE9ED-221A-E852-246C-761091E27E55}"/>
              </a:ext>
            </a:extLst>
          </p:cNvPr>
          <p:cNvSpPr txBox="1">
            <a:spLocks noChangeAspect="1"/>
          </p:cNvSpPr>
          <p:nvPr/>
        </p:nvSpPr>
        <p:spPr>
          <a:xfrm>
            <a:off x="753643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9" name="!!T3_BWT">
            <a:extLst>
              <a:ext uri="{FF2B5EF4-FFF2-40B4-BE49-F238E27FC236}">
                <a16:creationId xmlns:a16="http://schemas.microsoft.com/office/drawing/2014/main" id="{6F6938EF-1694-90C7-B50C-77A56DBE6A50}"/>
              </a:ext>
            </a:extLst>
          </p:cNvPr>
          <p:cNvSpPr txBox="1">
            <a:spLocks noChangeAspect="1"/>
          </p:cNvSpPr>
          <p:nvPr/>
        </p:nvSpPr>
        <p:spPr>
          <a:xfrm>
            <a:off x="8158946"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10" name="!!A4_BWT">
            <a:extLst>
              <a:ext uri="{FF2B5EF4-FFF2-40B4-BE49-F238E27FC236}">
                <a16:creationId xmlns:a16="http://schemas.microsoft.com/office/drawing/2014/main" id="{831F4A0B-0D00-D4FE-ED50-B9A3CFEFFB4A}"/>
              </a:ext>
            </a:extLst>
          </p:cNvPr>
          <p:cNvSpPr txBox="1">
            <a:spLocks noChangeAspect="1"/>
          </p:cNvSpPr>
          <p:nvPr/>
        </p:nvSpPr>
        <p:spPr>
          <a:xfrm>
            <a:off x="8781458"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1" name="!!T4_BWT">
            <a:extLst>
              <a:ext uri="{FF2B5EF4-FFF2-40B4-BE49-F238E27FC236}">
                <a16:creationId xmlns:a16="http://schemas.microsoft.com/office/drawing/2014/main" id="{40F723D1-94E8-742A-BDD5-058BE4CAC722}"/>
              </a:ext>
            </a:extLst>
          </p:cNvPr>
          <p:cNvSpPr txBox="1">
            <a:spLocks noChangeAspect="1"/>
          </p:cNvSpPr>
          <p:nvPr/>
        </p:nvSpPr>
        <p:spPr>
          <a:xfrm>
            <a:off x="9403970"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12" name="!!G2_BWT">
            <a:extLst>
              <a:ext uri="{FF2B5EF4-FFF2-40B4-BE49-F238E27FC236}">
                <a16:creationId xmlns:a16="http://schemas.microsoft.com/office/drawing/2014/main" id="{D65DC956-3DC8-5D5C-9D81-6CAA81059F8B}"/>
              </a:ext>
            </a:extLst>
          </p:cNvPr>
          <p:cNvSpPr txBox="1">
            <a:spLocks noChangeAspect="1"/>
          </p:cNvSpPr>
          <p:nvPr/>
        </p:nvSpPr>
        <p:spPr>
          <a:xfrm>
            <a:off x="10026482" y="2615410"/>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13" name="!!G3_BWT">
            <a:extLst>
              <a:ext uri="{FF2B5EF4-FFF2-40B4-BE49-F238E27FC236}">
                <a16:creationId xmlns:a16="http://schemas.microsoft.com/office/drawing/2014/main" id="{ED6143BD-3F2F-4754-A5EC-DDAE462AB347}"/>
              </a:ext>
            </a:extLst>
          </p:cNvPr>
          <p:cNvSpPr txBox="1">
            <a:spLocks noChangeAspect="1"/>
          </p:cNvSpPr>
          <p:nvPr/>
        </p:nvSpPr>
        <p:spPr>
          <a:xfrm>
            <a:off x="1064899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14" name="!!$_BWT">
            <a:extLst>
              <a:ext uri="{FF2B5EF4-FFF2-40B4-BE49-F238E27FC236}">
                <a16:creationId xmlns:a16="http://schemas.microsoft.com/office/drawing/2014/main" id="{62E24664-EC2B-7C3B-54AE-E4F98DD015B5}"/>
              </a:ext>
            </a:extLst>
          </p:cNvPr>
          <p:cNvSpPr txBox="1">
            <a:spLocks noChangeAspect="1"/>
          </p:cNvSpPr>
          <p:nvPr/>
        </p:nvSpPr>
        <p:spPr>
          <a:xfrm>
            <a:off x="1127150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Tree>
    <p:extLst>
      <p:ext uri="{BB962C8B-B14F-4D97-AF65-F5344CB8AC3E}">
        <p14:creationId xmlns:p14="http://schemas.microsoft.com/office/powerpoint/2010/main" val="2170613371"/>
      </p:ext>
    </p:extLst>
  </p:cSld>
  <p:clrMapOvr>
    <a:masterClrMapping/>
  </p:clrMapOvr>
  <p:transition spd="slow" advClick="0" advTm="1000"/>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6C71-ECBE-799B-8F13-376FFC1078D5}"/>
            </a:ext>
          </a:extLst>
        </p:cNvPr>
        <p:cNvGrpSpPr/>
        <p:nvPr/>
      </p:nvGrpSpPr>
      <p:grpSpPr>
        <a:xfrm>
          <a:off x="0" y="0"/>
          <a:ext cx="0" cy="0"/>
          <a:chOff x="0" y="0"/>
          <a:chExt cx="0" cy="0"/>
        </a:xfrm>
      </p:grpSpPr>
      <p:sp>
        <p:nvSpPr>
          <p:cNvPr id="16" name="!!A1_REF">
            <a:extLst>
              <a:ext uri="{FF2B5EF4-FFF2-40B4-BE49-F238E27FC236}">
                <a16:creationId xmlns:a16="http://schemas.microsoft.com/office/drawing/2014/main" id="{4148A814-27A3-03F3-FCB9-6E4597438B26}"/>
              </a:ext>
            </a:extLst>
          </p:cNvPr>
          <p:cNvSpPr txBox="1">
            <a:spLocks noChangeAspect="1"/>
          </p:cNvSpPr>
          <p:nvPr/>
        </p:nvSpPr>
        <p:spPr>
          <a:xfrm>
            <a:off x="5046386"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8" name="!!A2_REF">
            <a:extLst>
              <a:ext uri="{FF2B5EF4-FFF2-40B4-BE49-F238E27FC236}">
                <a16:creationId xmlns:a16="http://schemas.microsoft.com/office/drawing/2014/main" id="{F53813C4-AEB6-6F2B-D194-D487AE8FF8E4}"/>
              </a:ext>
            </a:extLst>
          </p:cNvPr>
          <p:cNvSpPr txBox="1">
            <a:spLocks noChangeAspect="1"/>
          </p:cNvSpPr>
          <p:nvPr/>
        </p:nvSpPr>
        <p:spPr>
          <a:xfrm>
            <a:off x="5668898"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20" name="!!T1_REF">
            <a:extLst>
              <a:ext uri="{FF2B5EF4-FFF2-40B4-BE49-F238E27FC236}">
                <a16:creationId xmlns:a16="http://schemas.microsoft.com/office/drawing/2014/main" id="{3246275B-EDDA-6281-597B-2E1AB4D32023}"/>
              </a:ext>
            </a:extLst>
          </p:cNvPr>
          <p:cNvSpPr txBox="1">
            <a:spLocks noChangeAspect="1"/>
          </p:cNvSpPr>
          <p:nvPr/>
        </p:nvSpPr>
        <p:spPr>
          <a:xfrm>
            <a:off x="6291410"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1" name="!!G1_REF">
            <a:extLst>
              <a:ext uri="{FF2B5EF4-FFF2-40B4-BE49-F238E27FC236}">
                <a16:creationId xmlns:a16="http://schemas.microsoft.com/office/drawing/2014/main" id="{DC01B65F-059B-A40C-2A60-7C2A5D0ECD2B}"/>
              </a:ext>
            </a:extLst>
          </p:cNvPr>
          <p:cNvSpPr txBox="1">
            <a:spLocks noChangeAspect="1"/>
          </p:cNvSpPr>
          <p:nvPr/>
        </p:nvSpPr>
        <p:spPr>
          <a:xfrm>
            <a:off x="6913922"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2" name="!!T2_REF">
            <a:extLst>
              <a:ext uri="{FF2B5EF4-FFF2-40B4-BE49-F238E27FC236}">
                <a16:creationId xmlns:a16="http://schemas.microsoft.com/office/drawing/2014/main" id="{5A9A0ED0-F2AA-AA19-A7AC-6F3670C38E20}"/>
              </a:ext>
            </a:extLst>
          </p:cNvPr>
          <p:cNvSpPr txBox="1">
            <a:spLocks noChangeAspect="1"/>
          </p:cNvSpPr>
          <p:nvPr/>
        </p:nvSpPr>
        <p:spPr>
          <a:xfrm>
            <a:off x="753643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3" name="!!T3_REF">
            <a:extLst>
              <a:ext uri="{FF2B5EF4-FFF2-40B4-BE49-F238E27FC236}">
                <a16:creationId xmlns:a16="http://schemas.microsoft.com/office/drawing/2014/main" id="{223BC9CA-2143-FA4B-CC46-63D4445416CA}"/>
              </a:ext>
            </a:extLst>
          </p:cNvPr>
          <p:cNvSpPr txBox="1">
            <a:spLocks noChangeAspect="1"/>
          </p:cNvSpPr>
          <p:nvPr/>
        </p:nvSpPr>
        <p:spPr>
          <a:xfrm>
            <a:off x="8158946"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9" name="!!A4_REF">
            <a:extLst>
              <a:ext uri="{FF2B5EF4-FFF2-40B4-BE49-F238E27FC236}">
                <a16:creationId xmlns:a16="http://schemas.microsoft.com/office/drawing/2014/main" id="{EFD8E807-E5B1-729B-C8D5-C515B46F11DA}"/>
              </a:ext>
            </a:extLst>
          </p:cNvPr>
          <p:cNvSpPr txBox="1">
            <a:spLocks noChangeAspect="1"/>
          </p:cNvSpPr>
          <p:nvPr/>
        </p:nvSpPr>
        <p:spPr>
          <a:xfrm>
            <a:off x="8781458"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26" name="!!T4_REF">
            <a:extLst>
              <a:ext uri="{FF2B5EF4-FFF2-40B4-BE49-F238E27FC236}">
                <a16:creationId xmlns:a16="http://schemas.microsoft.com/office/drawing/2014/main" id="{F33AB515-60BC-1FD2-4CA2-9B0CBF6A9A6D}"/>
              </a:ext>
            </a:extLst>
          </p:cNvPr>
          <p:cNvSpPr txBox="1">
            <a:spLocks noChangeAspect="1"/>
          </p:cNvSpPr>
          <p:nvPr/>
        </p:nvSpPr>
        <p:spPr>
          <a:xfrm>
            <a:off x="9403970"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 name="!!G3_REF">
            <a:extLst>
              <a:ext uri="{FF2B5EF4-FFF2-40B4-BE49-F238E27FC236}">
                <a16:creationId xmlns:a16="http://schemas.microsoft.com/office/drawing/2014/main" id="{FDE12AD3-912B-7ED8-79D1-6CCD3DFDF00A}"/>
              </a:ext>
            </a:extLst>
          </p:cNvPr>
          <p:cNvSpPr txBox="1">
            <a:spLocks noChangeAspect="1"/>
          </p:cNvSpPr>
          <p:nvPr/>
        </p:nvSpPr>
        <p:spPr>
          <a:xfrm>
            <a:off x="1064899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4" name="!!$_REF">
            <a:extLst>
              <a:ext uri="{FF2B5EF4-FFF2-40B4-BE49-F238E27FC236}">
                <a16:creationId xmlns:a16="http://schemas.microsoft.com/office/drawing/2014/main" id="{BB832465-A366-6B88-21B2-B2DFFF720FBB}"/>
              </a:ext>
            </a:extLst>
          </p:cNvPr>
          <p:cNvSpPr txBox="1">
            <a:spLocks noChangeAspect="1"/>
          </p:cNvSpPr>
          <p:nvPr/>
        </p:nvSpPr>
        <p:spPr>
          <a:xfrm>
            <a:off x="11271504" y="2633187"/>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5" name="!!RefSeq">
            <a:extLst>
              <a:ext uri="{FF2B5EF4-FFF2-40B4-BE49-F238E27FC236}">
                <a16:creationId xmlns:a16="http://schemas.microsoft.com/office/drawing/2014/main" id="{E12380C3-4514-8964-56DE-2AA36BEBA926}"/>
              </a:ext>
            </a:extLst>
          </p:cNvPr>
          <p:cNvSpPr txBox="1"/>
          <p:nvPr/>
        </p:nvSpPr>
        <p:spPr>
          <a:xfrm>
            <a:off x="164766" y="2660904"/>
            <a:ext cx="4484754"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Reference sequence</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
        <p:nvSpPr>
          <p:cNvPr id="12" name="!!G2_BWT">
            <a:extLst>
              <a:ext uri="{FF2B5EF4-FFF2-40B4-BE49-F238E27FC236}">
                <a16:creationId xmlns:a16="http://schemas.microsoft.com/office/drawing/2014/main" id="{A7D49F4B-64C3-986A-5884-3CA9F41CE22B}"/>
              </a:ext>
            </a:extLst>
          </p:cNvPr>
          <p:cNvSpPr txBox="1">
            <a:spLocks noChangeAspect="1"/>
          </p:cNvSpPr>
          <p:nvPr/>
        </p:nvSpPr>
        <p:spPr>
          <a:xfrm>
            <a:off x="10026482" y="2615410"/>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7" name="!!G2_REF">
            <a:extLst>
              <a:ext uri="{FF2B5EF4-FFF2-40B4-BE49-F238E27FC236}">
                <a16:creationId xmlns:a16="http://schemas.microsoft.com/office/drawing/2014/main" id="{48752DA7-27D5-D4A4-3288-450AC2529039}"/>
              </a:ext>
            </a:extLst>
          </p:cNvPr>
          <p:cNvSpPr txBox="1">
            <a:spLocks noChangeAspect="1"/>
          </p:cNvSpPr>
          <p:nvPr/>
        </p:nvSpPr>
        <p:spPr>
          <a:xfrm>
            <a:off x="7536434"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 name="!!A1_BWT">
            <a:extLst>
              <a:ext uri="{FF2B5EF4-FFF2-40B4-BE49-F238E27FC236}">
                <a16:creationId xmlns:a16="http://schemas.microsoft.com/office/drawing/2014/main" id="{022A5942-9691-A581-F533-5F1534A1C916}"/>
              </a:ext>
            </a:extLst>
          </p:cNvPr>
          <p:cNvSpPr txBox="1">
            <a:spLocks noChangeAspect="1"/>
          </p:cNvSpPr>
          <p:nvPr/>
        </p:nvSpPr>
        <p:spPr>
          <a:xfrm>
            <a:off x="6913922"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 name="!!A2_BWT">
            <a:extLst>
              <a:ext uri="{FF2B5EF4-FFF2-40B4-BE49-F238E27FC236}">
                <a16:creationId xmlns:a16="http://schemas.microsoft.com/office/drawing/2014/main" id="{5698E57A-8397-6A22-26F3-D3E7FB310640}"/>
              </a:ext>
            </a:extLst>
          </p:cNvPr>
          <p:cNvSpPr txBox="1">
            <a:spLocks noChangeAspect="1"/>
          </p:cNvSpPr>
          <p:nvPr/>
        </p:nvSpPr>
        <p:spPr>
          <a:xfrm>
            <a:off x="10648994"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6" name="!!T1_BWT">
            <a:extLst>
              <a:ext uri="{FF2B5EF4-FFF2-40B4-BE49-F238E27FC236}">
                <a16:creationId xmlns:a16="http://schemas.microsoft.com/office/drawing/2014/main" id="{E62CACC0-A8BE-9BDB-7E55-5CB9803AE3A5}"/>
              </a:ext>
            </a:extLst>
          </p:cNvPr>
          <p:cNvSpPr txBox="1">
            <a:spLocks noChangeAspect="1"/>
          </p:cNvSpPr>
          <p:nvPr/>
        </p:nvSpPr>
        <p:spPr>
          <a:xfrm>
            <a:off x="8781458"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7" name="!!G1_BWT">
            <a:extLst>
              <a:ext uri="{FF2B5EF4-FFF2-40B4-BE49-F238E27FC236}">
                <a16:creationId xmlns:a16="http://schemas.microsoft.com/office/drawing/2014/main" id="{CA3A3C82-8D3A-97E0-3642-3EA39EDADD6E}"/>
              </a:ext>
            </a:extLst>
          </p:cNvPr>
          <p:cNvSpPr txBox="1">
            <a:spLocks noChangeAspect="1"/>
          </p:cNvSpPr>
          <p:nvPr/>
        </p:nvSpPr>
        <p:spPr>
          <a:xfrm>
            <a:off x="11271504"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8" name="!!T2_BWT">
            <a:extLst>
              <a:ext uri="{FF2B5EF4-FFF2-40B4-BE49-F238E27FC236}">
                <a16:creationId xmlns:a16="http://schemas.microsoft.com/office/drawing/2014/main" id="{36063FAC-703F-EABC-9BDF-735A67F248DD}"/>
              </a:ext>
            </a:extLst>
          </p:cNvPr>
          <p:cNvSpPr txBox="1">
            <a:spLocks noChangeAspect="1"/>
          </p:cNvSpPr>
          <p:nvPr/>
        </p:nvSpPr>
        <p:spPr>
          <a:xfrm>
            <a:off x="9403970"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9" name="!!T3_BWT">
            <a:extLst>
              <a:ext uri="{FF2B5EF4-FFF2-40B4-BE49-F238E27FC236}">
                <a16:creationId xmlns:a16="http://schemas.microsoft.com/office/drawing/2014/main" id="{6CFB95EA-CD86-05AC-6271-D65EFCADE379}"/>
              </a:ext>
            </a:extLst>
          </p:cNvPr>
          <p:cNvSpPr txBox="1">
            <a:spLocks noChangeAspect="1"/>
          </p:cNvSpPr>
          <p:nvPr/>
        </p:nvSpPr>
        <p:spPr>
          <a:xfrm>
            <a:off x="6291410"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0" name="!!A4_BWT">
            <a:extLst>
              <a:ext uri="{FF2B5EF4-FFF2-40B4-BE49-F238E27FC236}">
                <a16:creationId xmlns:a16="http://schemas.microsoft.com/office/drawing/2014/main" id="{D45A2124-93E5-6670-E702-89766204DA90}"/>
              </a:ext>
            </a:extLst>
          </p:cNvPr>
          <p:cNvSpPr txBox="1">
            <a:spLocks noChangeAspect="1"/>
          </p:cNvSpPr>
          <p:nvPr/>
        </p:nvSpPr>
        <p:spPr>
          <a:xfrm>
            <a:off x="10026482"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11" name="!!T4_BWT">
            <a:extLst>
              <a:ext uri="{FF2B5EF4-FFF2-40B4-BE49-F238E27FC236}">
                <a16:creationId xmlns:a16="http://schemas.microsoft.com/office/drawing/2014/main" id="{C18E361F-A62B-CF8F-FD69-0829EEEF19B3}"/>
              </a:ext>
            </a:extLst>
          </p:cNvPr>
          <p:cNvSpPr txBox="1">
            <a:spLocks noChangeAspect="1"/>
          </p:cNvSpPr>
          <p:nvPr/>
        </p:nvSpPr>
        <p:spPr>
          <a:xfrm>
            <a:off x="8158946"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13" name="!!G3_BWT">
            <a:extLst>
              <a:ext uri="{FF2B5EF4-FFF2-40B4-BE49-F238E27FC236}">
                <a16:creationId xmlns:a16="http://schemas.microsoft.com/office/drawing/2014/main" id="{A861D766-5E22-EF78-FE95-BDE2A3AB7F60}"/>
              </a:ext>
            </a:extLst>
          </p:cNvPr>
          <p:cNvSpPr txBox="1">
            <a:spLocks noChangeAspect="1"/>
          </p:cNvSpPr>
          <p:nvPr/>
        </p:nvSpPr>
        <p:spPr>
          <a:xfrm>
            <a:off x="5046386"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14" name="!!$_BWT">
            <a:extLst>
              <a:ext uri="{FF2B5EF4-FFF2-40B4-BE49-F238E27FC236}">
                <a16:creationId xmlns:a16="http://schemas.microsoft.com/office/drawing/2014/main" id="{FD2A0163-504E-B7A4-D169-2E48AD6E933F}"/>
              </a:ext>
            </a:extLst>
          </p:cNvPr>
          <p:cNvSpPr txBox="1">
            <a:spLocks noChangeAspect="1"/>
          </p:cNvSpPr>
          <p:nvPr/>
        </p:nvSpPr>
        <p:spPr>
          <a:xfrm>
            <a:off x="5668898" y="3752427"/>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15" name="!!RefSeq">
            <a:extLst>
              <a:ext uri="{FF2B5EF4-FFF2-40B4-BE49-F238E27FC236}">
                <a16:creationId xmlns:a16="http://schemas.microsoft.com/office/drawing/2014/main" id="{CEC78F24-BED9-B955-006A-D4DE5ACB8D06}"/>
              </a:ext>
            </a:extLst>
          </p:cNvPr>
          <p:cNvSpPr txBox="1"/>
          <p:nvPr/>
        </p:nvSpPr>
        <p:spPr>
          <a:xfrm>
            <a:off x="1795437" y="3962400"/>
            <a:ext cx="1223412" cy="677108"/>
          </a:xfrm>
          <a:prstGeom prst="rect">
            <a:avLst/>
          </a:prstGeom>
          <a:noFill/>
        </p:spPr>
        <p:txBody>
          <a:bodyPr wrap="none" rtlCol="0">
            <a:spAutoFit/>
          </a:bodyPr>
          <a:lstStyle/>
          <a:p>
            <a:pPr algn="ctr"/>
            <a:r>
              <a:rPr lang="en-US" sz="3800" i="1" dirty="0">
                <a:solidFill>
                  <a:srgbClr val="212529"/>
                </a:solidFill>
                <a:latin typeface="Helvetica Neue Light" panose="02000403000000020004" pitchFamily="2" charset="0"/>
                <a:ea typeface="Helvetica Neue Light" panose="02000403000000020004" pitchFamily="2" charset="0"/>
              </a:rPr>
              <a:t>BWT</a:t>
            </a:r>
            <a:endParaRPr lang="en-US" sz="3800" i="1" baseline="30000" dirty="0">
              <a:solidFill>
                <a:srgbClr val="212529"/>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0608393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9176004"/>
      </p:ext>
    </p:extLst>
  </p:cSld>
  <p:clrMapOvr>
    <a:masterClrMapping/>
  </p:clrMapOvr>
  <p:transition spd="slow" advClick="0" advTm="2000"/>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990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4DF6-E2AE-A806-693C-D030B647D333}"/>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27EDEABB-39D3-5231-7114-867263232C71}"/>
              </a:ext>
            </a:extLst>
          </p:cNvPr>
          <p:cNvGrpSpPr/>
          <p:nvPr/>
        </p:nvGrpSpPr>
        <p:grpSpPr>
          <a:xfrm>
            <a:off x="2599393" y="3036064"/>
            <a:ext cx="6993214" cy="785873"/>
            <a:chOff x="2599393" y="3036064"/>
            <a:chExt cx="6993214" cy="785873"/>
          </a:xfrm>
        </p:grpSpPr>
        <p:sp>
          <p:nvSpPr>
            <p:cNvPr id="15" name="!!A1_REF">
              <a:extLst>
                <a:ext uri="{FF2B5EF4-FFF2-40B4-BE49-F238E27FC236}">
                  <a16:creationId xmlns:a16="http://schemas.microsoft.com/office/drawing/2014/main" id="{330DD2E0-7355-B270-83B8-4CA63AAC4CE2}"/>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7" name="!!A2_REF">
              <a:extLst>
                <a:ext uri="{FF2B5EF4-FFF2-40B4-BE49-F238E27FC236}">
                  <a16:creationId xmlns:a16="http://schemas.microsoft.com/office/drawing/2014/main" id="{6AA74882-C268-339B-DF51-50351EAF7D33}"/>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9" name="!!T1_REF">
              <a:extLst>
                <a:ext uri="{FF2B5EF4-FFF2-40B4-BE49-F238E27FC236}">
                  <a16:creationId xmlns:a16="http://schemas.microsoft.com/office/drawing/2014/main" id="{20ABE60D-730A-785C-47BA-5E2AC6B9F4C4}"/>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25" name="!!G1_REF">
              <a:extLst>
                <a:ext uri="{FF2B5EF4-FFF2-40B4-BE49-F238E27FC236}">
                  <a16:creationId xmlns:a16="http://schemas.microsoft.com/office/drawing/2014/main" id="{E2494075-EED9-C094-CAC8-830DDC4BBCAB}"/>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8" name="!!T2_REF">
              <a:extLst>
                <a:ext uri="{FF2B5EF4-FFF2-40B4-BE49-F238E27FC236}">
                  <a16:creationId xmlns:a16="http://schemas.microsoft.com/office/drawing/2014/main" id="{B97527F1-1EFA-E788-6A65-5CEDD2133260}"/>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0" name="!!T3_REF">
              <a:extLst>
                <a:ext uri="{FF2B5EF4-FFF2-40B4-BE49-F238E27FC236}">
                  <a16:creationId xmlns:a16="http://schemas.microsoft.com/office/drawing/2014/main" id="{015A9576-6FCE-8FCA-EA68-5DFCDDAAAEA3}"/>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1" name="!!A4_REF">
              <a:extLst>
                <a:ext uri="{FF2B5EF4-FFF2-40B4-BE49-F238E27FC236}">
                  <a16:creationId xmlns:a16="http://schemas.microsoft.com/office/drawing/2014/main" id="{F5CE4954-DC74-0999-55EE-FAA1D119E3C4}"/>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2" name="!!T4_REF">
              <a:extLst>
                <a:ext uri="{FF2B5EF4-FFF2-40B4-BE49-F238E27FC236}">
                  <a16:creationId xmlns:a16="http://schemas.microsoft.com/office/drawing/2014/main" id="{E2EC9E52-E2DE-2ECA-3C08-3F84181FD9B0}"/>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3" name="!!G3_REF">
              <a:extLst>
                <a:ext uri="{FF2B5EF4-FFF2-40B4-BE49-F238E27FC236}">
                  <a16:creationId xmlns:a16="http://schemas.microsoft.com/office/drawing/2014/main" id="{C335E909-58A6-F186-20B5-9389D777B1DD}"/>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4" name="!!$_REF">
              <a:extLst>
                <a:ext uri="{FF2B5EF4-FFF2-40B4-BE49-F238E27FC236}">
                  <a16:creationId xmlns:a16="http://schemas.microsoft.com/office/drawing/2014/main" id="{BE1D4C32-BD01-D846-9640-D9A791D47345}"/>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35" name="!!G2_BWT">
              <a:extLst>
                <a:ext uri="{FF2B5EF4-FFF2-40B4-BE49-F238E27FC236}">
                  <a16:creationId xmlns:a16="http://schemas.microsoft.com/office/drawing/2014/main" id="{96D796F7-DEE0-49B1-3FFA-5C48EA8D7ED6}"/>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63023197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3913-E027-0BE8-D1F7-46D9D62B195F}"/>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18752495-DB06-D42C-02DF-3C287FDED84B}"/>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7" name="!!RefSeq">
            <a:extLst>
              <a:ext uri="{FF2B5EF4-FFF2-40B4-BE49-F238E27FC236}">
                <a16:creationId xmlns:a16="http://schemas.microsoft.com/office/drawing/2014/main" id="{835D5D2D-1AEC-21C9-73D9-77CAFDC5B56A}"/>
              </a:ext>
            </a:extLst>
          </p:cNvPr>
          <p:cNvSpPr txBox="1"/>
          <p:nvPr/>
        </p:nvSpPr>
        <p:spPr>
          <a:xfrm>
            <a:off x="5471318" y="399818"/>
            <a:ext cx="1075937"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Find</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grpSp>
        <p:nvGrpSpPr>
          <p:cNvPr id="8" name="Group 7">
            <a:extLst>
              <a:ext uri="{FF2B5EF4-FFF2-40B4-BE49-F238E27FC236}">
                <a16:creationId xmlns:a16="http://schemas.microsoft.com/office/drawing/2014/main" id="{41892CEA-76E7-6BC7-5822-FEA9F57AD01D}"/>
              </a:ext>
            </a:extLst>
          </p:cNvPr>
          <p:cNvGrpSpPr/>
          <p:nvPr/>
        </p:nvGrpSpPr>
        <p:grpSpPr>
          <a:xfrm>
            <a:off x="2599393" y="3036064"/>
            <a:ext cx="6993214" cy="785873"/>
            <a:chOff x="2599393" y="3036064"/>
            <a:chExt cx="6993214" cy="785873"/>
          </a:xfrm>
        </p:grpSpPr>
        <p:sp>
          <p:nvSpPr>
            <p:cNvPr id="9" name="!!A1_REF">
              <a:extLst>
                <a:ext uri="{FF2B5EF4-FFF2-40B4-BE49-F238E27FC236}">
                  <a16:creationId xmlns:a16="http://schemas.microsoft.com/office/drawing/2014/main" id="{24B48323-15E1-291D-241E-BF8B7E62D13B}"/>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0" name="!!A2_REF">
              <a:extLst>
                <a:ext uri="{FF2B5EF4-FFF2-40B4-BE49-F238E27FC236}">
                  <a16:creationId xmlns:a16="http://schemas.microsoft.com/office/drawing/2014/main" id="{31373AA6-A71F-1B50-D3A3-F58E63AEDE0B}"/>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1" name="!!T1_REF">
              <a:extLst>
                <a:ext uri="{FF2B5EF4-FFF2-40B4-BE49-F238E27FC236}">
                  <a16:creationId xmlns:a16="http://schemas.microsoft.com/office/drawing/2014/main" id="{7DDCBF3B-F7A6-ABBF-0E6F-3F3C85C0E083}"/>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12" name="!!G1_REF">
              <a:extLst>
                <a:ext uri="{FF2B5EF4-FFF2-40B4-BE49-F238E27FC236}">
                  <a16:creationId xmlns:a16="http://schemas.microsoft.com/office/drawing/2014/main" id="{CCD43DA1-8D99-AEBB-3FAB-23CA6FF685B5}"/>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13" name="!!T2_REF">
              <a:extLst>
                <a:ext uri="{FF2B5EF4-FFF2-40B4-BE49-F238E27FC236}">
                  <a16:creationId xmlns:a16="http://schemas.microsoft.com/office/drawing/2014/main" id="{6065909F-1693-AF4A-A4D7-1DFD57DE1261}"/>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14" name="!!T3_REF">
              <a:extLst>
                <a:ext uri="{FF2B5EF4-FFF2-40B4-BE49-F238E27FC236}">
                  <a16:creationId xmlns:a16="http://schemas.microsoft.com/office/drawing/2014/main" id="{1C6EA01E-EBF8-2698-D731-C7974376FE44}"/>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15" name="!!A4_REF">
              <a:extLst>
                <a:ext uri="{FF2B5EF4-FFF2-40B4-BE49-F238E27FC236}">
                  <a16:creationId xmlns:a16="http://schemas.microsoft.com/office/drawing/2014/main" id="{5608F7E4-E966-ACA1-4A89-6C8676ACE2C4}"/>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17" name="!!T4_REF">
              <a:extLst>
                <a:ext uri="{FF2B5EF4-FFF2-40B4-BE49-F238E27FC236}">
                  <a16:creationId xmlns:a16="http://schemas.microsoft.com/office/drawing/2014/main" id="{9374E2EB-E349-65BB-DF28-BE127E211FA4}"/>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19" name="!!G3_REF">
              <a:extLst>
                <a:ext uri="{FF2B5EF4-FFF2-40B4-BE49-F238E27FC236}">
                  <a16:creationId xmlns:a16="http://schemas.microsoft.com/office/drawing/2014/main" id="{1109F576-2B4B-D113-CBA8-F1E300AFE8B7}"/>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25" name="!!$_REF">
              <a:extLst>
                <a:ext uri="{FF2B5EF4-FFF2-40B4-BE49-F238E27FC236}">
                  <a16:creationId xmlns:a16="http://schemas.microsoft.com/office/drawing/2014/main" id="{84E93E04-5E31-437A-218F-7184D92A6561}"/>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28" name="!!G2_BWT">
              <a:extLst>
                <a:ext uri="{FF2B5EF4-FFF2-40B4-BE49-F238E27FC236}">
                  <a16:creationId xmlns:a16="http://schemas.microsoft.com/office/drawing/2014/main" id="{AF694140-3B90-D6A9-E12E-9E88A053F765}"/>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460761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A0830-3F15-5404-71E9-4CD991B868CD}"/>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047F9AB6-DFD3-ED3D-D909-16FB955FDAA0}"/>
              </a:ext>
            </a:extLst>
          </p:cNvPr>
          <p:cNvSpPr txBox="1">
            <a:spLocks/>
          </p:cNvSpPr>
          <p:nvPr/>
        </p:nvSpPr>
        <p:spPr>
          <a:xfrm>
            <a:off x="2446993" y="23547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25" name="!!Counter">
            <a:extLst>
              <a:ext uri="{FF2B5EF4-FFF2-40B4-BE49-F238E27FC236}">
                <a16:creationId xmlns:a16="http://schemas.microsoft.com/office/drawing/2014/main" id="{04F72343-7178-22DB-F7ED-3395DC9A764C}"/>
              </a:ext>
            </a:extLst>
          </p:cNvPr>
          <p:cNvSpPr txBox="1"/>
          <p:nvPr/>
        </p:nvSpPr>
        <p:spPr>
          <a:xfrm>
            <a:off x="1066800" y="23547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1</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0" name="Group 29">
            <a:extLst>
              <a:ext uri="{FF2B5EF4-FFF2-40B4-BE49-F238E27FC236}">
                <a16:creationId xmlns:a16="http://schemas.microsoft.com/office/drawing/2014/main" id="{370A40CE-BECD-B538-E7C3-C10D4C1E317E}"/>
              </a:ext>
            </a:extLst>
          </p:cNvPr>
          <p:cNvGrpSpPr/>
          <p:nvPr/>
        </p:nvGrpSpPr>
        <p:grpSpPr>
          <a:xfrm>
            <a:off x="2599393" y="3036064"/>
            <a:ext cx="6993214" cy="785873"/>
            <a:chOff x="2599393" y="3036064"/>
            <a:chExt cx="6993214" cy="785873"/>
          </a:xfrm>
        </p:grpSpPr>
        <p:sp>
          <p:nvSpPr>
            <p:cNvPr id="31" name="!!A1_REF">
              <a:extLst>
                <a:ext uri="{FF2B5EF4-FFF2-40B4-BE49-F238E27FC236}">
                  <a16:creationId xmlns:a16="http://schemas.microsoft.com/office/drawing/2014/main" id="{BF9051FF-5ACF-570C-4167-BDDFE1F3CA73}"/>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2" name="!!A2_REF">
              <a:extLst>
                <a:ext uri="{FF2B5EF4-FFF2-40B4-BE49-F238E27FC236}">
                  <a16:creationId xmlns:a16="http://schemas.microsoft.com/office/drawing/2014/main" id="{D80559AD-16F1-EEB2-EEF0-555EFB75F286}"/>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3" name="!!T1_REF">
              <a:extLst>
                <a:ext uri="{FF2B5EF4-FFF2-40B4-BE49-F238E27FC236}">
                  <a16:creationId xmlns:a16="http://schemas.microsoft.com/office/drawing/2014/main" id="{477A5F1C-8638-0E29-F893-35367FE66543}"/>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4" name="!!G1_REF">
              <a:extLst>
                <a:ext uri="{FF2B5EF4-FFF2-40B4-BE49-F238E27FC236}">
                  <a16:creationId xmlns:a16="http://schemas.microsoft.com/office/drawing/2014/main" id="{85F5AC78-C14D-DB85-3873-60CFC8CF5257}"/>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5" name="!!T2_REF">
              <a:extLst>
                <a:ext uri="{FF2B5EF4-FFF2-40B4-BE49-F238E27FC236}">
                  <a16:creationId xmlns:a16="http://schemas.microsoft.com/office/drawing/2014/main" id="{9FE5C0BF-56B9-9214-E291-369A9DE6EA30}"/>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T3_REF">
              <a:extLst>
                <a:ext uri="{FF2B5EF4-FFF2-40B4-BE49-F238E27FC236}">
                  <a16:creationId xmlns:a16="http://schemas.microsoft.com/office/drawing/2014/main" id="{7524AB50-EA82-C85D-92A7-13DD0F128EC2}"/>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7" name="!!A4_REF">
              <a:extLst>
                <a:ext uri="{FF2B5EF4-FFF2-40B4-BE49-F238E27FC236}">
                  <a16:creationId xmlns:a16="http://schemas.microsoft.com/office/drawing/2014/main" id="{FBF9167A-8041-87EE-5AA5-B204D980D8B4}"/>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8" name="!!T4_REF">
              <a:extLst>
                <a:ext uri="{FF2B5EF4-FFF2-40B4-BE49-F238E27FC236}">
                  <a16:creationId xmlns:a16="http://schemas.microsoft.com/office/drawing/2014/main" id="{3A12F676-93C9-26EC-C099-FDA5C772DEF1}"/>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9" name="!!G3_REF">
              <a:extLst>
                <a:ext uri="{FF2B5EF4-FFF2-40B4-BE49-F238E27FC236}">
                  <a16:creationId xmlns:a16="http://schemas.microsoft.com/office/drawing/2014/main" id="{F20D37AE-B9B5-FE51-B75A-886C1998AA31}"/>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0" name="!!$_REF">
              <a:extLst>
                <a:ext uri="{FF2B5EF4-FFF2-40B4-BE49-F238E27FC236}">
                  <a16:creationId xmlns:a16="http://schemas.microsoft.com/office/drawing/2014/main" id="{88A90B7E-53E8-7EAB-E629-9E5B159B0429}"/>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1" name="!!G2_BWT">
              <a:extLst>
                <a:ext uri="{FF2B5EF4-FFF2-40B4-BE49-F238E27FC236}">
                  <a16:creationId xmlns:a16="http://schemas.microsoft.com/office/drawing/2014/main" id="{632B6B62-2FFC-E24F-D94B-909CEB93DF71}"/>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160055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BE3D-CFCA-D767-446B-0B56F5A1D896}"/>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5A618447-1F44-E26E-1319-8CE3A9665283}"/>
              </a:ext>
            </a:extLst>
          </p:cNvPr>
          <p:cNvSpPr txBox="1">
            <a:spLocks/>
          </p:cNvSpPr>
          <p:nvPr/>
        </p:nvSpPr>
        <p:spPr>
          <a:xfrm>
            <a:off x="3069505"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17" name="!!A5">
            <a:extLst>
              <a:ext uri="{FF2B5EF4-FFF2-40B4-BE49-F238E27FC236}">
                <a16:creationId xmlns:a16="http://schemas.microsoft.com/office/drawing/2014/main" id="{A5CD67E5-D7D1-936D-6C48-67963619DC67}"/>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25" name="!!Counter">
            <a:extLst>
              <a:ext uri="{FF2B5EF4-FFF2-40B4-BE49-F238E27FC236}">
                <a16:creationId xmlns:a16="http://schemas.microsoft.com/office/drawing/2014/main" id="{1FF90DB4-2ACA-4F49-CB6D-2CF63E8FF593}"/>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2</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0" name="Group 29">
            <a:extLst>
              <a:ext uri="{FF2B5EF4-FFF2-40B4-BE49-F238E27FC236}">
                <a16:creationId xmlns:a16="http://schemas.microsoft.com/office/drawing/2014/main" id="{C2866F72-4975-A5A8-5263-3D1735BD13B9}"/>
              </a:ext>
            </a:extLst>
          </p:cNvPr>
          <p:cNvGrpSpPr/>
          <p:nvPr/>
        </p:nvGrpSpPr>
        <p:grpSpPr>
          <a:xfrm>
            <a:off x="2599393" y="3036064"/>
            <a:ext cx="6993214" cy="785873"/>
            <a:chOff x="2599393" y="3036064"/>
            <a:chExt cx="6993214" cy="785873"/>
          </a:xfrm>
        </p:grpSpPr>
        <p:sp>
          <p:nvSpPr>
            <p:cNvPr id="31" name="!!A1_REF">
              <a:extLst>
                <a:ext uri="{FF2B5EF4-FFF2-40B4-BE49-F238E27FC236}">
                  <a16:creationId xmlns:a16="http://schemas.microsoft.com/office/drawing/2014/main" id="{10CA79AF-BAF5-5AE2-8D8F-6026CCA0AB8B}"/>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2" name="!!A2_REF">
              <a:extLst>
                <a:ext uri="{FF2B5EF4-FFF2-40B4-BE49-F238E27FC236}">
                  <a16:creationId xmlns:a16="http://schemas.microsoft.com/office/drawing/2014/main" id="{02CD1E78-5D32-B980-851F-730C4E6F21AF}"/>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3" name="!!T1_REF">
              <a:extLst>
                <a:ext uri="{FF2B5EF4-FFF2-40B4-BE49-F238E27FC236}">
                  <a16:creationId xmlns:a16="http://schemas.microsoft.com/office/drawing/2014/main" id="{41709557-420E-D379-545D-46F3BA586640}"/>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4" name="!!G1_REF">
              <a:extLst>
                <a:ext uri="{FF2B5EF4-FFF2-40B4-BE49-F238E27FC236}">
                  <a16:creationId xmlns:a16="http://schemas.microsoft.com/office/drawing/2014/main" id="{D86028E5-068C-C59D-24F5-06A3EEFE8D13}"/>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5" name="!!T2_REF">
              <a:extLst>
                <a:ext uri="{FF2B5EF4-FFF2-40B4-BE49-F238E27FC236}">
                  <a16:creationId xmlns:a16="http://schemas.microsoft.com/office/drawing/2014/main" id="{54ED1388-5FAA-C224-0937-ACAE0A093508}"/>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T3_REF">
              <a:extLst>
                <a:ext uri="{FF2B5EF4-FFF2-40B4-BE49-F238E27FC236}">
                  <a16:creationId xmlns:a16="http://schemas.microsoft.com/office/drawing/2014/main" id="{154666B2-7145-D55D-9F4A-8ABD6F4D30FA}"/>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7" name="!!A4_REF">
              <a:extLst>
                <a:ext uri="{FF2B5EF4-FFF2-40B4-BE49-F238E27FC236}">
                  <a16:creationId xmlns:a16="http://schemas.microsoft.com/office/drawing/2014/main" id="{9F4B29EE-CDB4-C6A7-DA70-2F3D715BF143}"/>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8" name="!!T4_REF">
              <a:extLst>
                <a:ext uri="{FF2B5EF4-FFF2-40B4-BE49-F238E27FC236}">
                  <a16:creationId xmlns:a16="http://schemas.microsoft.com/office/drawing/2014/main" id="{6C70A693-EFD4-031E-B3B7-1BBAA7FBC883}"/>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9" name="!!G3_REF">
              <a:extLst>
                <a:ext uri="{FF2B5EF4-FFF2-40B4-BE49-F238E27FC236}">
                  <a16:creationId xmlns:a16="http://schemas.microsoft.com/office/drawing/2014/main" id="{9EA8762E-B9CB-24A8-C827-C33573EA2FFD}"/>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0" name="!!$_REF">
              <a:extLst>
                <a:ext uri="{FF2B5EF4-FFF2-40B4-BE49-F238E27FC236}">
                  <a16:creationId xmlns:a16="http://schemas.microsoft.com/office/drawing/2014/main" id="{F57509FB-D1CE-8315-584B-C267C22528AC}"/>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1" name="!!G2_BWT">
              <a:extLst>
                <a:ext uri="{FF2B5EF4-FFF2-40B4-BE49-F238E27FC236}">
                  <a16:creationId xmlns:a16="http://schemas.microsoft.com/office/drawing/2014/main" id="{03D41742-02D5-886A-0820-9386CDB26BF9}"/>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055582815"/>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F81C-61B5-AED0-10EF-9FC9E533E2E6}"/>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B48796C0-4199-187E-96E7-EBA1588B0D3C}"/>
              </a:ext>
            </a:extLst>
          </p:cNvPr>
          <p:cNvSpPr txBox="1">
            <a:spLocks/>
          </p:cNvSpPr>
          <p:nvPr/>
        </p:nvSpPr>
        <p:spPr>
          <a:xfrm>
            <a:off x="3692017"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25" name="!!A5">
            <a:extLst>
              <a:ext uri="{FF2B5EF4-FFF2-40B4-BE49-F238E27FC236}">
                <a16:creationId xmlns:a16="http://schemas.microsoft.com/office/drawing/2014/main" id="{EAD16B50-3C56-E47F-C206-7A92C7E5507C}"/>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30" name="!!Counter">
            <a:extLst>
              <a:ext uri="{FF2B5EF4-FFF2-40B4-BE49-F238E27FC236}">
                <a16:creationId xmlns:a16="http://schemas.microsoft.com/office/drawing/2014/main" id="{45A33137-AE00-A3D4-FE65-B8ADE482BD17}"/>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3</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2" name="Group 31">
            <a:extLst>
              <a:ext uri="{FF2B5EF4-FFF2-40B4-BE49-F238E27FC236}">
                <a16:creationId xmlns:a16="http://schemas.microsoft.com/office/drawing/2014/main" id="{3860EA87-9512-8078-1C72-00CC5EE8E00E}"/>
              </a:ext>
            </a:extLst>
          </p:cNvPr>
          <p:cNvGrpSpPr/>
          <p:nvPr/>
        </p:nvGrpSpPr>
        <p:grpSpPr>
          <a:xfrm>
            <a:off x="2599393" y="3036064"/>
            <a:ext cx="6993214" cy="785873"/>
            <a:chOff x="2599393" y="3036064"/>
            <a:chExt cx="6993214" cy="785873"/>
          </a:xfrm>
        </p:grpSpPr>
        <p:sp>
          <p:nvSpPr>
            <p:cNvPr id="33" name="!!A1_REF">
              <a:extLst>
                <a:ext uri="{FF2B5EF4-FFF2-40B4-BE49-F238E27FC236}">
                  <a16:creationId xmlns:a16="http://schemas.microsoft.com/office/drawing/2014/main" id="{2CB99D8E-7EA3-FD99-04BC-B3F9644832DC}"/>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4" name="!!A2_REF">
              <a:extLst>
                <a:ext uri="{FF2B5EF4-FFF2-40B4-BE49-F238E27FC236}">
                  <a16:creationId xmlns:a16="http://schemas.microsoft.com/office/drawing/2014/main" id="{9AFE3EE2-B5EA-6BEF-FD27-8BF33F8D7730}"/>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5" name="!!T1_REF">
              <a:extLst>
                <a:ext uri="{FF2B5EF4-FFF2-40B4-BE49-F238E27FC236}">
                  <a16:creationId xmlns:a16="http://schemas.microsoft.com/office/drawing/2014/main" id="{A5EEB944-A400-5758-69C1-C5820647B01D}"/>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G1_REF">
              <a:extLst>
                <a:ext uri="{FF2B5EF4-FFF2-40B4-BE49-F238E27FC236}">
                  <a16:creationId xmlns:a16="http://schemas.microsoft.com/office/drawing/2014/main" id="{F637ED7A-FAAC-40CA-CCF0-E279217CCD1A}"/>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7" name="!!T2_REF">
              <a:extLst>
                <a:ext uri="{FF2B5EF4-FFF2-40B4-BE49-F238E27FC236}">
                  <a16:creationId xmlns:a16="http://schemas.microsoft.com/office/drawing/2014/main" id="{1B1999F4-EA58-EABA-B5E5-7362E0622A84}"/>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T3_REF">
              <a:extLst>
                <a:ext uri="{FF2B5EF4-FFF2-40B4-BE49-F238E27FC236}">
                  <a16:creationId xmlns:a16="http://schemas.microsoft.com/office/drawing/2014/main" id="{E5F5F2A8-B850-AB22-9488-2EA29D48361D}"/>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9" name="!!A4_REF">
              <a:extLst>
                <a:ext uri="{FF2B5EF4-FFF2-40B4-BE49-F238E27FC236}">
                  <a16:creationId xmlns:a16="http://schemas.microsoft.com/office/drawing/2014/main" id="{66C1FE7B-8431-0773-80A1-C6347E454FF5}"/>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0" name="!!T4_REF">
              <a:extLst>
                <a:ext uri="{FF2B5EF4-FFF2-40B4-BE49-F238E27FC236}">
                  <a16:creationId xmlns:a16="http://schemas.microsoft.com/office/drawing/2014/main" id="{A9B6BFF4-698A-8FA5-E645-E0C47E8F5E8C}"/>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1" name="!!G3_REF">
              <a:extLst>
                <a:ext uri="{FF2B5EF4-FFF2-40B4-BE49-F238E27FC236}">
                  <a16:creationId xmlns:a16="http://schemas.microsoft.com/office/drawing/2014/main" id="{33B57EF7-618F-DF0C-B4E4-E84975335BF6}"/>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2" name="!!$_REF">
              <a:extLst>
                <a:ext uri="{FF2B5EF4-FFF2-40B4-BE49-F238E27FC236}">
                  <a16:creationId xmlns:a16="http://schemas.microsoft.com/office/drawing/2014/main" id="{B438AA0A-6F15-14E4-4FD6-1C4F63FCC129}"/>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3" name="!!G2_BWT">
              <a:extLst>
                <a:ext uri="{FF2B5EF4-FFF2-40B4-BE49-F238E27FC236}">
                  <a16:creationId xmlns:a16="http://schemas.microsoft.com/office/drawing/2014/main" id="{8C167D43-0CF9-9D51-93EE-3FDFE6F6A729}"/>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631534110"/>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C7D55-B167-36AE-0C67-B88A09B732EE}"/>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B719E86F-C749-93EB-73A4-D3026804FC3E}"/>
              </a:ext>
            </a:extLst>
          </p:cNvPr>
          <p:cNvSpPr txBox="1">
            <a:spLocks/>
          </p:cNvSpPr>
          <p:nvPr/>
        </p:nvSpPr>
        <p:spPr>
          <a:xfrm>
            <a:off x="4314529"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25" name="!!A5">
            <a:extLst>
              <a:ext uri="{FF2B5EF4-FFF2-40B4-BE49-F238E27FC236}">
                <a16:creationId xmlns:a16="http://schemas.microsoft.com/office/drawing/2014/main" id="{37D4D242-E62A-181B-93E8-746B15D6D1B6}"/>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30" name="!!Counter">
            <a:extLst>
              <a:ext uri="{FF2B5EF4-FFF2-40B4-BE49-F238E27FC236}">
                <a16:creationId xmlns:a16="http://schemas.microsoft.com/office/drawing/2014/main" id="{63CAF1FD-2B70-D972-9C2D-4A736E57184E}"/>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4</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2" name="Group 31">
            <a:extLst>
              <a:ext uri="{FF2B5EF4-FFF2-40B4-BE49-F238E27FC236}">
                <a16:creationId xmlns:a16="http://schemas.microsoft.com/office/drawing/2014/main" id="{7E5033EC-6879-C753-879E-3B780D5D246A}"/>
              </a:ext>
            </a:extLst>
          </p:cNvPr>
          <p:cNvGrpSpPr/>
          <p:nvPr/>
        </p:nvGrpSpPr>
        <p:grpSpPr>
          <a:xfrm>
            <a:off x="2599393" y="3036064"/>
            <a:ext cx="6993214" cy="785873"/>
            <a:chOff x="2599393" y="3036064"/>
            <a:chExt cx="6993214" cy="785873"/>
          </a:xfrm>
        </p:grpSpPr>
        <p:sp>
          <p:nvSpPr>
            <p:cNvPr id="33" name="!!A1_REF">
              <a:extLst>
                <a:ext uri="{FF2B5EF4-FFF2-40B4-BE49-F238E27FC236}">
                  <a16:creationId xmlns:a16="http://schemas.microsoft.com/office/drawing/2014/main" id="{E3AE4EAE-6136-DE64-BC2D-93663B3429D6}"/>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4" name="!!A2_REF">
              <a:extLst>
                <a:ext uri="{FF2B5EF4-FFF2-40B4-BE49-F238E27FC236}">
                  <a16:creationId xmlns:a16="http://schemas.microsoft.com/office/drawing/2014/main" id="{6FB79527-ED96-B8C7-542D-4FF66930F98A}"/>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5" name="!!T1_REF">
              <a:extLst>
                <a:ext uri="{FF2B5EF4-FFF2-40B4-BE49-F238E27FC236}">
                  <a16:creationId xmlns:a16="http://schemas.microsoft.com/office/drawing/2014/main" id="{4B40D5BC-9C90-89BF-04D0-092DCC0CD00B}"/>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G1_REF">
              <a:extLst>
                <a:ext uri="{FF2B5EF4-FFF2-40B4-BE49-F238E27FC236}">
                  <a16:creationId xmlns:a16="http://schemas.microsoft.com/office/drawing/2014/main" id="{96459C57-96A6-1529-7F2E-1A8478B1CAD2}"/>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7" name="!!T2_REF">
              <a:extLst>
                <a:ext uri="{FF2B5EF4-FFF2-40B4-BE49-F238E27FC236}">
                  <a16:creationId xmlns:a16="http://schemas.microsoft.com/office/drawing/2014/main" id="{79329A3C-7172-56D3-D64E-89CE46843D0F}"/>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T3_REF">
              <a:extLst>
                <a:ext uri="{FF2B5EF4-FFF2-40B4-BE49-F238E27FC236}">
                  <a16:creationId xmlns:a16="http://schemas.microsoft.com/office/drawing/2014/main" id="{1B8CC967-7EEC-248C-2472-58FFA55E4549}"/>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9" name="!!A4_REF">
              <a:extLst>
                <a:ext uri="{FF2B5EF4-FFF2-40B4-BE49-F238E27FC236}">
                  <a16:creationId xmlns:a16="http://schemas.microsoft.com/office/drawing/2014/main" id="{39553146-AA6C-9FF9-287A-15046207254B}"/>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0" name="!!T4_REF">
              <a:extLst>
                <a:ext uri="{FF2B5EF4-FFF2-40B4-BE49-F238E27FC236}">
                  <a16:creationId xmlns:a16="http://schemas.microsoft.com/office/drawing/2014/main" id="{95533A44-4681-72E4-19F6-28661CFE178C}"/>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1" name="!!G3_REF">
              <a:extLst>
                <a:ext uri="{FF2B5EF4-FFF2-40B4-BE49-F238E27FC236}">
                  <a16:creationId xmlns:a16="http://schemas.microsoft.com/office/drawing/2014/main" id="{7797383E-A5DC-D19D-E4C6-12F7F38CB310}"/>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2" name="!!$_REF">
              <a:extLst>
                <a:ext uri="{FF2B5EF4-FFF2-40B4-BE49-F238E27FC236}">
                  <a16:creationId xmlns:a16="http://schemas.microsoft.com/office/drawing/2014/main" id="{5D356CC9-D394-5CD8-225E-2771480C8DB6}"/>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3" name="!!G2_BWT">
              <a:extLst>
                <a:ext uri="{FF2B5EF4-FFF2-40B4-BE49-F238E27FC236}">
                  <a16:creationId xmlns:a16="http://schemas.microsoft.com/office/drawing/2014/main" id="{D6DA99F7-4004-EE3F-6B7B-BBBC8A4F7852}"/>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3314740285"/>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4A6C-65E0-117F-1D73-CBF5E7C4D96F}"/>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8DCBD934-2606-209D-5258-EAA31830D0A8}"/>
              </a:ext>
            </a:extLst>
          </p:cNvPr>
          <p:cNvSpPr txBox="1">
            <a:spLocks/>
          </p:cNvSpPr>
          <p:nvPr/>
        </p:nvSpPr>
        <p:spPr>
          <a:xfrm>
            <a:off x="4937040"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25" name="!!A5">
            <a:extLst>
              <a:ext uri="{FF2B5EF4-FFF2-40B4-BE49-F238E27FC236}">
                <a16:creationId xmlns:a16="http://schemas.microsoft.com/office/drawing/2014/main" id="{91F6D945-4A39-BD37-9CC4-E2046B13CD43}"/>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30" name="!!Counter">
            <a:extLst>
              <a:ext uri="{FF2B5EF4-FFF2-40B4-BE49-F238E27FC236}">
                <a16:creationId xmlns:a16="http://schemas.microsoft.com/office/drawing/2014/main" id="{BD885856-7CA3-9F3B-3B5F-0425359552EA}"/>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5</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2" name="Group 31">
            <a:extLst>
              <a:ext uri="{FF2B5EF4-FFF2-40B4-BE49-F238E27FC236}">
                <a16:creationId xmlns:a16="http://schemas.microsoft.com/office/drawing/2014/main" id="{CCD6BCA3-3FED-6926-1CB6-4AAC0A9C5D4A}"/>
              </a:ext>
            </a:extLst>
          </p:cNvPr>
          <p:cNvGrpSpPr/>
          <p:nvPr/>
        </p:nvGrpSpPr>
        <p:grpSpPr>
          <a:xfrm>
            <a:off x="2599393" y="3036064"/>
            <a:ext cx="6993214" cy="785873"/>
            <a:chOff x="2599393" y="3036064"/>
            <a:chExt cx="6993214" cy="785873"/>
          </a:xfrm>
        </p:grpSpPr>
        <p:sp>
          <p:nvSpPr>
            <p:cNvPr id="33" name="!!A1_REF">
              <a:extLst>
                <a:ext uri="{FF2B5EF4-FFF2-40B4-BE49-F238E27FC236}">
                  <a16:creationId xmlns:a16="http://schemas.microsoft.com/office/drawing/2014/main" id="{973FE075-01DF-169F-180D-9DA8DEAB5649}"/>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4" name="!!A2_REF">
              <a:extLst>
                <a:ext uri="{FF2B5EF4-FFF2-40B4-BE49-F238E27FC236}">
                  <a16:creationId xmlns:a16="http://schemas.microsoft.com/office/drawing/2014/main" id="{BD73CA97-D2B2-8FA8-5A0D-3BD888D2F559}"/>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5" name="!!T1_REF">
              <a:extLst>
                <a:ext uri="{FF2B5EF4-FFF2-40B4-BE49-F238E27FC236}">
                  <a16:creationId xmlns:a16="http://schemas.microsoft.com/office/drawing/2014/main" id="{928FD9A8-5EFA-E8D9-3C4B-19A604EC3A62}"/>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G1_REF">
              <a:extLst>
                <a:ext uri="{FF2B5EF4-FFF2-40B4-BE49-F238E27FC236}">
                  <a16:creationId xmlns:a16="http://schemas.microsoft.com/office/drawing/2014/main" id="{666DF809-B42B-EF39-5BC1-68400C6E7B80}"/>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7" name="!!T2_REF">
              <a:extLst>
                <a:ext uri="{FF2B5EF4-FFF2-40B4-BE49-F238E27FC236}">
                  <a16:creationId xmlns:a16="http://schemas.microsoft.com/office/drawing/2014/main" id="{051A4CB2-EBB9-F01F-F636-A92B03460FF3}"/>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T3_REF">
              <a:extLst>
                <a:ext uri="{FF2B5EF4-FFF2-40B4-BE49-F238E27FC236}">
                  <a16:creationId xmlns:a16="http://schemas.microsoft.com/office/drawing/2014/main" id="{7863D097-0AA4-30BB-D6DF-F22F2FC8193B}"/>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9" name="!!A4_REF">
              <a:extLst>
                <a:ext uri="{FF2B5EF4-FFF2-40B4-BE49-F238E27FC236}">
                  <a16:creationId xmlns:a16="http://schemas.microsoft.com/office/drawing/2014/main" id="{9460C20D-AC41-A6F1-45A9-7B28A3CC72A8}"/>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0" name="!!T4_REF">
              <a:extLst>
                <a:ext uri="{FF2B5EF4-FFF2-40B4-BE49-F238E27FC236}">
                  <a16:creationId xmlns:a16="http://schemas.microsoft.com/office/drawing/2014/main" id="{0791794E-6A04-2402-4666-394657920317}"/>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1" name="!!G3_REF">
              <a:extLst>
                <a:ext uri="{FF2B5EF4-FFF2-40B4-BE49-F238E27FC236}">
                  <a16:creationId xmlns:a16="http://schemas.microsoft.com/office/drawing/2014/main" id="{E85D1372-A159-10F0-04A2-0F627D6A1B46}"/>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2" name="!!$_REF">
              <a:extLst>
                <a:ext uri="{FF2B5EF4-FFF2-40B4-BE49-F238E27FC236}">
                  <a16:creationId xmlns:a16="http://schemas.microsoft.com/office/drawing/2014/main" id="{33CB39B2-4EA5-3CE3-3629-BB9233BB9731}"/>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3" name="!!G2_BWT">
              <a:extLst>
                <a:ext uri="{FF2B5EF4-FFF2-40B4-BE49-F238E27FC236}">
                  <a16:creationId xmlns:a16="http://schemas.microsoft.com/office/drawing/2014/main" id="{6634251B-74A6-FFAB-F5EF-B09B2C51CF1E}"/>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2163573344"/>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FF14-75BD-34D7-CEE8-767956F34A2B}"/>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258F0662-3E5B-E192-683C-63024069DA1F}"/>
              </a:ext>
            </a:extLst>
          </p:cNvPr>
          <p:cNvSpPr txBox="1">
            <a:spLocks/>
          </p:cNvSpPr>
          <p:nvPr/>
        </p:nvSpPr>
        <p:spPr>
          <a:xfrm>
            <a:off x="5559553"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25" name="!!A5">
            <a:extLst>
              <a:ext uri="{FF2B5EF4-FFF2-40B4-BE49-F238E27FC236}">
                <a16:creationId xmlns:a16="http://schemas.microsoft.com/office/drawing/2014/main" id="{B3453E23-571F-3F57-5311-873A6EF9D7F6}"/>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30" name="!!Counter">
            <a:extLst>
              <a:ext uri="{FF2B5EF4-FFF2-40B4-BE49-F238E27FC236}">
                <a16:creationId xmlns:a16="http://schemas.microsoft.com/office/drawing/2014/main" id="{3BD9B3AA-4AD3-AB48-5723-F4EB33330476}"/>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6</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2" name="Group 31">
            <a:extLst>
              <a:ext uri="{FF2B5EF4-FFF2-40B4-BE49-F238E27FC236}">
                <a16:creationId xmlns:a16="http://schemas.microsoft.com/office/drawing/2014/main" id="{6121295C-9655-3BF2-76E0-E91E8BF711D2}"/>
              </a:ext>
            </a:extLst>
          </p:cNvPr>
          <p:cNvGrpSpPr/>
          <p:nvPr/>
        </p:nvGrpSpPr>
        <p:grpSpPr>
          <a:xfrm>
            <a:off x="2599393" y="3036064"/>
            <a:ext cx="6993214" cy="785873"/>
            <a:chOff x="2599393" y="3036064"/>
            <a:chExt cx="6993214" cy="785873"/>
          </a:xfrm>
        </p:grpSpPr>
        <p:sp>
          <p:nvSpPr>
            <p:cNvPr id="33" name="!!A1_REF">
              <a:extLst>
                <a:ext uri="{FF2B5EF4-FFF2-40B4-BE49-F238E27FC236}">
                  <a16:creationId xmlns:a16="http://schemas.microsoft.com/office/drawing/2014/main" id="{C747CDBA-CF90-2639-5A3C-606044F0A459}"/>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4" name="!!A2_REF">
              <a:extLst>
                <a:ext uri="{FF2B5EF4-FFF2-40B4-BE49-F238E27FC236}">
                  <a16:creationId xmlns:a16="http://schemas.microsoft.com/office/drawing/2014/main" id="{15486FDC-0A90-0BB8-8D35-322E30B65A72}"/>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5" name="!!T1_REF">
              <a:extLst>
                <a:ext uri="{FF2B5EF4-FFF2-40B4-BE49-F238E27FC236}">
                  <a16:creationId xmlns:a16="http://schemas.microsoft.com/office/drawing/2014/main" id="{ADD7F7EA-5015-2006-07F6-7225D59D36F8}"/>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G1_REF">
              <a:extLst>
                <a:ext uri="{FF2B5EF4-FFF2-40B4-BE49-F238E27FC236}">
                  <a16:creationId xmlns:a16="http://schemas.microsoft.com/office/drawing/2014/main" id="{45B5325C-5988-C3E8-2E7C-79E5BBD46B68}"/>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7" name="!!T2_REF">
              <a:extLst>
                <a:ext uri="{FF2B5EF4-FFF2-40B4-BE49-F238E27FC236}">
                  <a16:creationId xmlns:a16="http://schemas.microsoft.com/office/drawing/2014/main" id="{E7D5D3A0-87B2-0BA1-A87F-EB68E303BCF0}"/>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T3_REF">
              <a:extLst>
                <a:ext uri="{FF2B5EF4-FFF2-40B4-BE49-F238E27FC236}">
                  <a16:creationId xmlns:a16="http://schemas.microsoft.com/office/drawing/2014/main" id="{897E20A1-91D0-CC8A-7E2C-59F798E86EFF}"/>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9" name="!!A4_REF">
              <a:extLst>
                <a:ext uri="{FF2B5EF4-FFF2-40B4-BE49-F238E27FC236}">
                  <a16:creationId xmlns:a16="http://schemas.microsoft.com/office/drawing/2014/main" id="{32016876-F994-2AF9-3E32-5927B797FFEF}"/>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0" name="!!T4_REF">
              <a:extLst>
                <a:ext uri="{FF2B5EF4-FFF2-40B4-BE49-F238E27FC236}">
                  <a16:creationId xmlns:a16="http://schemas.microsoft.com/office/drawing/2014/main" id="{0D4683A2-1EF7-9EF8-AA65-67AC2782DEF2}"/>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1" name="!!G3_REF">
              <a:extLst>
                <a:ext uri="{FF2B5EF4-FFF2-40B4-BE49-F238E27FC236}">
                  <a16:creationId xmlns:a16="http://schemas.microsoft.com/office/drawing/2014/main" id="{14FC2027-35C9-3B37-E56E-62CF07DF654F}"/>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2" name="!!$_REF">
              <a:extLst>
                <a:ext uri="{FF2B5EF4-FFF2-40B4-BE49-F238E27FC236}">
                  <a16:creationId xmlns:a16="http://schemas.microsoft.com/office/drawing/2014/main" id="{DFDC0BE7-D6FB-B673-73C3-32D1BA3EAFA8}"/>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3" name="!!G2_BWT">
              <a:extLst>
                <a:ext uri="{FF2B5EF4-FFF2-40B4-BE49-F238E27FC236}">
                  <a16:creationId xmlns:a16="http://schemas.microsoft.com/office/drawing/2014/main" id="{63B97003-B324-6C37-A5E5-42B94C201E89}"/>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022301163"/>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1DC93-B529-A336-2118-BEA86C34A834}"/>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C84858D3-42CF-2272-ACAC-42C638772860}"/>
              </a:ext>
            </a:extLst>
          </p:cNvPr>
          <p:cNvSpPr txBox="1">
            <a:spLocks/>
          </p:cNvSpPr>
          <p:nvPr/>
        </p:nvSpPr>
        <p:spPr>
          <a:xfrm>
            <a:off x="6182065"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19" name="!!A5">
            <a:extLst>
              <a:ext uri="{FF2B5EF4-FFF2-40B4-BE49-F238E27FC236}">
                <a16:creationId xmlns:a16="http://schemas.microsoft.com/office/drawing/2014/main" id="{08FCF9E4-1ED1-F276-A00A-B8B52E9F5FBF}"/>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25" name="!!A5">
            <a:extLst>
              <a:ext uri="{FF2B5EF4-FFF2-40B4-BE49-F238E27FC236}">
                <a16:creationId xmlns:a16="http://schemas.microsoft.com/office/drawing/2014/main" id="{F13E5AD7-496B-7DBB-FD54-EA194D970433}"/>
              </a:ext>
            </a:extLst>
          </p:cNvPr>
          <p:cNvSpPr txBox="1">
            <a:spLocks noChangeAspect="1"/>
          </p:cNvSpPr>
          <p:nvPr/>
        </p:nvSpPr>
        <p:spPr>
          <a:xfrm>
            <a:off x="106680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28" name="!!Counter">
            <a:extLst>
              <a:ext uri="{FF2B5EF4-FFF2-40B4-BE49-F238E27FC236}">
                <a16:creationId xmlns:a16="http://schemas.microsoft.com/office/drawing/2014/main" id="{9737A167-0C12-5F1C-3194-3F61D59C2BB9}"/>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7</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31" name="Group 30">
            <a:extLst>
              <a:ext uri="{FF2B5EF4-FFF2-40B4-BE49-F238E27FC236}">
                <a16:creationId xmlns:a16="http://schemas.microsoft.com/office/drawing/2014/main" id="{B4F047A9-22C4-F133-C8B1-271F58F0C61C}"/>
              </a:ext>
            </a:extLst>
          </p:cNvPr>
          <p:cNvGrpSpPr/>
          <p:nvPr/>
        </p:nvGrpSpPr>
        <p:grpSpPr>
          <a:xfrm>
            <a:off x="2599393" y="3036064"/>
            <a:ext cx="6993214" cy="785873"/>
            <a:chOff x="2599393" y="3036064"/>
            <a:chExt cx="6993214" cy="785873"/>
          </a:xfrm>
        </p:grpSpPr>
        <p:sp>
          <p:nvSpPr>
            <p:cNvPr id="32" name="!!A1_REF">
              <a:extLst>
                <a:ext uri="{FF2B5EF4-FFF2-40B4-BE49-F238E27FC236}">
                  <a16:creationId xmlns:a16="http://schemas.microsoft.com/office/drawing/2014/main" id="{AD5DAA73-8400-5B81-4B22-FB12446C6C31}"/>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3" name="!!A2_REF">
              <a:extLst>
                <a:ext uri="{FF2B5EF4-FFF2-40B4-BE49-F238E27FC236}">
                  <a16:creationId xmlns:a16="http://schemas.microsoft.com/office/drawing/2014/main" id="{B5C33CED-D053-61A8-2AD0-B55B27944706}"/>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4" name="!!T1_REF">
              <a:extLst>
                <a:ext uri="{FF2B5EF4-FFF2-40B4-BE49-F238E27FC236}">
                  <a16:creationId xmlns:a16="http://schemas.microsoft.com/office/drawing/2014/main" id="{C0A970DC-2FB5-9667-AD48-12847E124ACB}"/>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5" name="!!G1_REF">
              <a:extLst>
                <a:ext uri="{FF2B5EF4-FFF2-40B4-BE49-F238E27FC236}">
                  <a16:creationId xmlns:a16="http://schemas.microsoft.com/office/drawing/2014/main" id="{F5241BE2-96CF-2EF0-B4D9-0DAD0DEA84B1}"/>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6" name="!!T2_REF">
              <a:extLst>
                <a:ext uri="{FF2B5EF4-FFF2-40B4-BE49-F238E27FC236}">
                  <a16:creationId xmlns:a16="http://schemas.microsoft.com/office/drawing/2014/main" id="{16B0AB14-B7BF-CC76-6A0F-445C438E4DBE}"/>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7" name="!!T3_REF">
              <a:extLst>
                <a:ext uri="{FF2B5EF4-FFF2-40B4-BE49-F238E27FC236}">
                  <a16:creationId xmlns:a16="http://schemas.microsoft.com/office/drawing/2014/main" id="{35FF2B65-947E-F736-4213-CDC58A98E90C}"/>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A4_REF">
              <a:extLst>
                <a:ext uri="{FF2B5EF4-FFF2-40B4-BE49-F238E27FC236}">
                  <a16:creationId xmlns:a16="http://schemas.microsoft.com/office/drawing/2014/main" id="{5B5E9627-5E40-8EB6-2385-8EE4D4A5FD68}"/>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9" name="!!T4_REF">
              <a:extLst>
                <a:ext uri="{FF2B5EF4-FFF2-40B4-BE49-F238E27FC236}">
                  <a16:creationId xmlns:a16="http://schemas.microsoft.com/office/drawing/2014/main" id="{FEF48B83-F73D-596D-B6B8-77930EA4EDA9}"/>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0" name="!!G3_REF">
              <a:extLst>
                <a:ext uri="{FF2B5EF4-FFF2-40B4-BE49-F238E27FC236}">
                  <a16:creationId xmlns:a16="http://schemas.microsoft.com/office/drawing/2014/main" id="{8567E6CE-6E38-0F9B-3D95-AD3C3A8A3F14}"/>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1" name="!!$_REF">
              <a:extLst>
                <a:ext uri="{FF2B5EF4-FFF2-40B4-BE49-F238E27FC236}">
                  <a16:creationId xmlns:a16="http://schemas.microsoft.com/office/drawing/2014/main" id="{83F5C87A-EC7B-3DE8-8878-A7526DA93EE1}"/>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2" name="!!G2_BWT">
              <a:extLst>
                <a:ext uri="{FF2B5EF4-FFF2-40B4-BE49-F238E27FC236}">
                  <a16:creationId xmlns:a16="http://schemas.microsoft.com/office/drawing/2014/main" id="{52751E1A-2039-926D-CDBD-8D3425B32A67}"/>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117450080"/>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F09D9-FD2E-674D-B35E-6C50BB8ADF95}"/>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217E10B0-5FC6-9E19-3664-35D5ECBFC660}"/>
              </a:ext>
            </a:extLst>
          </p:cNvPr>
          <p:cNvSpPr txBox="1">
            <a:spLocks/>
          </p:cNvSpPr>
          <p:nvPr/>
        </p:nvSpPr>
        <p:spPr>
          <a:xfrm>
            <a:off x="6804577"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19" name="!!A5">
            <a:extLst>
              <a:ext uri="{FF2B5EF4-FFF2-40B4-BE49-F238E27FC236}">
                <a16:creationId xmlns:a16="http://schemas.microsoft.com/office/drawing/2014/main" id="{09AEF85A-E71A-A379-9944-AE6D15E9DF5C}"/>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25" name="!!A5">
            <a:extLst>
              <a:ext uri="{FF2B5EF4-FFF2-40B4-BE49-F238E27FC236}">
                <a16:creationId xmlns:a16="http://schemas.microsoft.com/office/drawing/2014/main" id="{1AA9D4FC-C182-7F29-FFD1-4805F2ADF188}"/>
              </a:ext>
            </a:extLst>
          </p:cNvPr>
          <p:cNvSpPr txBox="1">
            <a:spLocks noChangeAspect="1"/>
          </p:cNvSpPr>
          <p:nvPr/>
        </p:nvSpPr>
        <p:spPr>
          <a:xfrm>
            <a:off x="106680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28" name="!!Counter">
            <a:extLst>
              <a:ext uri="{FF2B5EF4-FFF2-40B4-BE49-F238E27FC236}">
                <a16:creationId xmlns:a16="http://schemas.microsoft.com/office/drawing/2014/main" id="{17341C60-1A67-41A2-0A27-2C64701C76BE}"/>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8</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43" name="Group 42">
            <a:extLst>
              <a:ext uri="{FF2B5EF4-FFF2-40B4-BE49-F238E27FC236}">
                <a16:creationId xmlns:a16="http://schemas.microsoft.com/office/drawing/2014/main" id="{04CB03B5-763B-90AB-0232-FD65BD900E44}"/>
              </a:ext>
            </a:extLst>
          </p:cNvPr>
          <p:cNvGrpSpPr/>
          <p:nvPr/>
        </p:nvGrpSpPr>
        <p:grpSpPr>
          <a:xfrm>
            <a:off x="2599393" y="3036064"/>
            <a:ext cx="6993214" cy="785873"/>
            <a:chOff x="2599393" y="3036064"/>
            <a:chExt cx="6993214" cy="785873"/>
          </a:xfrm>
        </p:grpSpPr>
        <p:sp>
          <p:nvSpPr>
            <p:cNvPr id="44" name="!!A1_REF">
              <a:extLst>
                <a:ext uri="{FF2B5EF4-FFF2-40B4-BE49-F238E27FC236}">
                  <a16:creationId xmlns:a16="http://schemas.microsoft.com/office/drawing/2014/main" id="{C64DEF57-CA69-A429-F343-FD031678197F}"/>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5" name="!!A2_REF">
              <a:extLst>
                <a:ext uri="{FF2B5EF4-FFF2-40B4-BE49-F238E27FC236}">
                  <a16:creationId xmlns:a16="http://schemas.microsoft.com/office/drawing/2014/main" id="{8A3A8D44-B86C-35D2-C710-ECC4569EC0F9}"/>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46" name="!!T1_REF">
              <a:extLst>
                <a:ext uri="{FF2B5EF4-FFF2-40B4-BE49-F238E27FC236}">
                  <a16:creationId xmlns:a16="http://schemas.microsoft.com/office/drawing/2014/main" id="{A7684837-0640-69AB-E774-0274149D4C2C}"/>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7" name="!!G1_REF">
              <a:extLst>
                <a:ext uri="{FF2B5EF4-FFF2-40B4-BE49-F238E27FC236}">
                  <a16:creationId xmlns:a16="http://schemas.microsoft.com/office/drawing/2014/main" id="{66DA99EF-E0B9-B2B5-E0BD-8CBCC08F7019}"/>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8" name="!!T2_REF">
              <a:extLst>
                <a:ext uri="{FF2B5EF4-FFF2-40B4-BE49-F238E27FC236}">
                  <a16:creationId xmlns:a16="http://schemas.microsoft.com/office/drawing/2014/main" id="{2EE78C20-E8ED-CF4E-DD35-9F937543AA9C}"/>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9" name="!!T3_REF">
              <a:extLst>
                <a:ext uri="{FF2B5EF4-FFF2-40B4-BE49-F238E27FC236}">
                  <a16:creationId xmlns:a16="http://schemas.microsoft.com/office/drawing/2014/main" id="{0AC2B63B-362F-20F7-C99C-A8D2A6C94960}"/>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50" name="!!A4_REF">
              <a:extLst>
                <a:ext uri="{FF2B5EF4-FFF2-40B4-BE49-F238E27FC236}">
                  <a16:creationId xmlns:a16="http://schemas.microsoft.com/office/drawing/2014/main" id="{77C98B32-9EFD-9282-A0BB-DC1055B6C6AD}"/>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51" name="!!T4_REF">
              <a:extLst>
                <a:ext uri="{FF2B5EF4-FFF2-40B4-BE49-F238E27FC236}">
                  <a16:creationId xmlns:a16="http://schemas.microsoft.com/office/drawing/2014/main" id="{0C4685BC-00FF-1506-003D-BACC34C98573}"/>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52" name="!!G3_REF">
              <a:extLst>
                <a:ext uri="{FF2B5EF4-FFF2-40B4-BE49-F238E27FC236}">
                  <a16:creationId xmlns:a16="http://schemas.microsoft.com/office/drawing/2014/main" id="{54EDB89A-EC85-A8C8-3300-13DF0D98B261}"/>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53" name="!!$_REF">
              <a:extLst>
                <a:ext uri="{FF2B5EF4-FFF2-40B4-BE49-F238E27FC236}">
                  <a16:creationId xmlns:a16="http://schemas.microsoft.com/office/drawing/2014/main" id="{D08D8E01-7237-A41C-10E0-31AD657EF825}"/>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54" name="!!G2_BWT">
              <a:extLst>
                <a:ext uri="{FF2B5EF4-FFF2-40B4-BE49-F238E27FC236}">
                  <a16:creationId xmlns:a16="http://schemas.microsoft.com/office/drawing/2014/main" id="{6BD377FA-414E-50F3-B818-AF76337D51F6}"/>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1211237254"/>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E8805-539A-8D80-0A66-32537646E344}"/>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57D48A9D-28AF-84AC-4877-FB09659FCE84}"/>
              </a:ext>
            </a:extLst>
          </p:cNvPr>
          <p:cNvSpPr txBox="1">
            <a:spLocks/>
          </p:cNvSpPr>
          <p:nvPr/>
        </p:nvSpPr>
        <p:spPr>
          <a:xfrm>
            <a:off x="7427089"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15" name="!!A5">
            <a:extLst>
              <a:ext uri="{FF2B5EF4-FFF2-40B4-BE49-F238E27FC236}">
                <a16:creationId xmlns:a16="http://schemas.microsoft.com/office/drawing/2014/main" id="{EE426C23-5610-51D2-2FC1-76CC8E828D2F}"/>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17" name="!!A5">
            <a:extLst>
              <a:ext uri="{FF2B5EF4-FFF2-40B4-BE49-F238E27FC236}">
                <a16:creationId xmlns:a16="http://schemas.microsoft.com/office/drawing/2014/main" id="{4BA36FF2-1261-6CCD-8FDE-EDB79038C0C0}"/>
              </a:ext>
            </a:extLst>
          </p:cNvPr>
          <p:cNvSpPr txBox="1">
            <a:spLocks noChangeAspect="1"/>
          </p:cNvSpPr>
          <p:nvPr/>
        </p:nvSpPr>
        <p:spPr>
          <a:xfrm>
            <a:off x="106680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19" name="!!Counter">
            <a:extLst>
              <a:ext uri="{FF2B5EF4-FFF2-40B4-BE49-F238E27FC236}">
                <a16:creationId xmlns:a16="http://schemas.microsoft.com/office/drawing/2014/main" id="{C932D7B4-1E20-2A20-C519-AFB9DE40F925}"/>
              </a:ext>
            </a:extLst>
          </p:cNvPr>
          <p:cNvSpPr txBox="1"/>
          <p:nvPr/>
        </p:nvSpPr>
        <p:spPr>
          <a:xfrm>
            <a:off x="1066800" y="2278559"/>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9</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28" name="Group 27">
            <a:extLst>
              <a:ext uri="{FF2B5EF4-FFF2-40B4-BE49-F238E27FC236}">
                <a16:creationId xmlns:a16="http://schemas.microsoft.com/office/drawing/2014/main" id="{A4897642-8BBB-20B8-967D-D887C089672D}"/>
              </a:ext>
            </a:extLst>
          </p:cNvPr>
          <p:cNvGrpSpPr/>
          <p:nvPr/>
        </p:nvGrpSpPr>
        <p:grpSpPr>
          <a:xfrm>
            <a:off x="2599393" y="3036064"/>
            <a:ext cx="6993214" cy="785873"/>
            <a:chOff x="2599393" y="3036064"/>
            <a:chExt cx="6993214" cy="785873"/>
          </a:xfrm>
        </p:grpSpPr>
        <p:sp>
          <p:nvSpPr>
            <p:cNvPr id="30" name="!!A1_REF">
              <a:extLst>
                <a:ext uri="{FF2B5EF4-FFF2-40B4-BE49-F238E27FC236}">
                  <a16:creationId xmlns:a16="http://schemas.microsoft.com/office/drawing/2014/main" id="{E036A2AF-0823-5320-67E8-90E3149FAAA9}"/>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1" name="!!A2_REF">
              <a:extLst>
                <a:ext uri="{FF2B5EF4-FFF2-40B4-BE49-F238E27FC236}">
                  <a16:creationId xmlns:a16="http://schemas.microsoft.com/office/drawing/2014/main" id="{B9893955-B704-02F5-690B-FC099E30064D}"/>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2" name="!!T1_REF">
              <a:extLst>
                <a:ext uri="{FF2B5EF4-FFF2-40B4-BE49-F238E27FC236}">
                  <a16:creationId xmlns:a16="http://schemas.microsoft.com/office/drawing/2014/main" id="{A5A3CFC7-B955-90CD-CAF0-C5232C9DAC3B}"/>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3" name="!!G1_REF">
              <a:extLst>
                <a:ext uri="{FF2B5EF4-FFF2-40B4-BE49-F238E27FC236}">
                  <a16:creationId xmlns:a16="http://schemas.microsoft.com/office/drawing/2014/main" id="{95CA331A-14F4-7E12-7BC6-896C1F879031}"/>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4" name="!!T2_REF">
              <a:extLst>
                <a:ext uri="{FF2B5EF4-FFF2-40B4-BE49-F238E27FC236}">
                  <a16:creationId xmlns:a16="http://schemas.microsoft.com/office/drawing/2014/main" id="{C6575FB0-F56D-9E5B-42C0-8DF7E60E8315}"/>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5" name="!!T3_REF">
              <a:extLst>
                <a:ext uri="{FF2B5EF4-FFF2-40B4-BE49-F238E27FC236}">
                  <a16:creationId xmlns:a16="http://schemas.microsoft.com/office/drawing/2014/main" id="{68A4E27E-C45B-2060-63A0-DAC208EB2DA1}"/>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A4_REF">
              <a:extLst>
                <a:ext uri="{FF2B5EF4-FFF2-40B4-BE49-F238E27FC236}">
                  <a16:creationId xmlns:a16="http://schemas.microsoft.com/office/drawing/2014/main" id="{BDAFCEDD-3C2A-AFE2-2A20-B05505315825}"/>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7" name="!!T4_REF">
              <a:extLst>
                <a:ext uri="{FF2B5EF4-FFF2-40B4-BE49-F238E27FC236}">
                  <a16:creationId xmlns:a16="http://schemas.microsoft.com/office/drawing/2014/main" id="{1ED65470-DA10-3B5D-D3A9-FB96C6431786}"/>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G3_REF">
              <a:extLst>
                <a:ext uri="{FF2B5EF4-FFF2-40B4-BE49-F238E27FC236}">
                  <a16:creationId xmlns:a16="http://schemas.microsoft.com/office/drawing/2014/main" id="{D32A2D79-6546-526B-5D32-FFF0210E722F}"/>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9" name="!!$_REF">
              <a:extLst>
                <a:ext uri="{FF2B5EF4-FFF2-40B4-BE49-F238E27FC236}">
                  <a16:creationId xmlns:a16="http://schemas.microsoft.com/office/drawing/2014/main" id="{E88E8074-A416-A4E8-A178-57476439D56F}"/>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0" name="!!G2_BWT">
              <a:extLst>
                <a:ext uri="{FF2B5EF4-FFF2-40B4-BE49-F238E27FC236}">
                  <a16:creationId xmlns:a16="http://schemas.microsoft.com/office/drawing/2014/main" id="{34215FFD-CAB6-4A41-98BC-BA6462FD8E51}"/>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3636693239"/>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7665C-FB8E-12BA-D145-B177A7CABD99}"/>
            </a:ext>
          </a:extLst>
        </p:cNvPr>
        <p:cNvGrpSpPr/>
        <p:nvPr/>
      </p:nvGrpSpPr>
      <p:grpSpPr>
        <a:xfrm>
          <a:off x="0" y="0"/>
          <a:ext cx="0" cy="0"/>
          <a:chOff x="0" y="0"/>
          <a:chExt cx="0" cy="0"/>
        </a:xfrm>
      </p:grpSpPr>
      <p:sp>
        <p:nvSpPr>
          <p:cNvPr id="5" name="!!ANA1">
            <a:extLst>
              <a:ext uri="{FF2B5EF4-FFF2-40B4-BE49-F238E27FC236}">
                <a16:creationId xmlns:a16="http://schemas.microsoft.com/office/drawing/2014/main" id="{1DC8FF77-F515-F663-CB03-794AB8895240}"/>
              </a:ext>
            </a:extLst>
          </p:cNvPr>
          <p:cNvSpPr txBox="1">
            <a:spLocks/>
          </p:cNvSpPr>
          <p:nvPr/>
        </p:nvSpPr>
        <p:spPr>
          <a:xfrm>
            <a:off x="8049599" y="2278559"/>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15" name="!!A5">
            <a:extLst>
              <a:ext uri="{FF2B5EF4-FFF2-40B4-BE49-F238E27FC236}">
                <a16:creationId xmlns:a16="http://schemas.microsoft.com/office/drawing/2014/main" id="{0B828826-57E3-EA4E-D7D1-EA2B97963211}"/>
              </a:ext>
            </a:extLst>
          </p:cNvPr>
          <p:cNvSpPr txBox="1">
            <a:spLocks noChangeAspect="1"/>
          </p:cNvSpPr>
          <p:nvPr/>
        </p:nvSpPr>
        <p:spPr>
          <a:xfrm>
            <a:off x="101346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17" name="!!A5">
            <a:extLst>
              <a:ext uri="{FF2B5EF4-FFF2-40B4-BE49-F238E27FC236}">
                <a16:creationId xmlns:a16="http://schemas.microsoft.com/office/drawing/2014/main" id="{389155E5-C309-80F7-6A41-11A6E953A33E}"/>
              </a:ext>
            </a:extLst>
          </p:cNvPr>
          <p:cNvSpPr txBox="1">
            <a:spLocks noChangeAspect="1"/>
          </p:cNvSpPr>
          <p:nvPr/>
        </p:nvSpPr>
        <p:spPr>
          <a:xfrm>
            <a:off x="10668000" y="2278559"/>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19" name="!!Counter">
            <a:extLst>
              <a:ext uri="{FF2B5EF4-FFF2-40B4-BE49-F238E27FC236}">
                <a16:creationId xmlns:a16="http://schemas.microsoft.com/office/drawing/2014/main" id="{367D15CB-B131-6966-EAA9-46BC17E96905}"/>
              </a:ext>
            </a:extLst>
          </p:cNvPr>
          <p:cNvSpPr txBox="1"/>
          <p:nvPr/>
        </p:nvSpPr>
        <p:spPr>
          <a:xfrm>
            <a:off x="931346" y="2278559"/>
            <a:ext cx="726482"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10</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grpSp>
        <p:nvGrpSpPr>
          <p:cNvPr id="28" name="Group 27">
            <a:extLst>
              <a:ext uri="{FF2B5EF4-FFF2-40B4-BE49-F238E27FC236}">
                <a16:creationId xmlns:a16="http://schemas.microsoft.com/office/drawing/2014/main" id="{5E4DF24D-1DAF-AF50-2066-838C04A5F0F9}"/>
              </a:ext>
            </a:extLst>
          </p:cNvPr>
          <p:cNvGrpSpPr/>
          <p:nvPr/>
        </p:nvGrpSpPr>
        <p:grpSpPr>
          <a:xfrm>
            <a:off x="2599393" y="3036064"/>
            <a:ext cx="6993214" cy="785873"/>
            <a:chOff x="2599393" y="3036064"/>
            <a:chExt cx="6993214" cy="785873"/>
          </a:xfrm>
        </p:grpSpPr>
        <p:sp>
          <p:nvSpPr>
            <p:cNvPr id="30" name="!!A1_REF">
              <a:extLst>
                <a:ext uri="{FF2B5EF4-FFF2-40B4-BE49-F238E27FC236}">
                  <a16:creationId xmlns:a16="http://schemas.microsoft.com/office/drawing/2014/main" id="{E7452F1A-A27F-EBEF-94B6-E0CF4A7D8C63}"/>
                </a:ext>
              </a:extLst>
            </p:cNvPr>
            <p:cNvSpPr txBox="1">
              <a:spLocks noChangeAspect="1"/>
            </p:cNvSpPr>
            <p:nvPr/>
          </p:nvSpPr>
          <p:spPr>
            <a:xfrm>
              <a:off x="259939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1" name="!!A2_REF">
              <a:extLst>
                <a:ext uri="{FF2B5EF4-FFF2-40B4-BE49-F238E27FC236}">
                  <a16:creationId xmlns:a16="http://schemas.microsoft.com/office/drawing/2014/main" id="{9BD57C94-AD6E-5542-8534-555ECF365B78}"/>
                </a:ext>
              </a:extLst>
            </p:cNvPr>
            <p:cNvSpPr txBox="1">
              <a:spLocks noChangeAspect="1"/>
            </p:cNvSpPr>
            <p:nvPr/>
          </p:nvSpPr>
          <p:spPr>
            <a:xfrm>
              <a:off x="322190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2" name="!!T1_REF">
              <a:extLst>
                <a:ext uri="{FF2B5EF4-FFF2-40B4-BE49-F238E27FC236}">
                  <a16:creationId xmlns:a16="http://schemas.microsoft.com/office/drawing/2014/main" id="{5ACAF519-8500-FC15-F554-34D78E0D5AF1}"/>
                </a:ext>
              </a:extLst>
            </p:cNvPr>
            <p:cNvSpPr txBox="1">
              <a:spLocks noChangeAspect="1"/>
            </p:cNvSpPr>
            <p:nvPr/>
          </p:nvSpPr>
          <p:spPr>
            <a:xfrm>
              <a:off x="384441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3" name="!!G1_REF">
              <a:extLst>
                <a:ext uri="{FF2B5EF4-FFF2-40B4-BE49-F238E27FC236}">
                  <a16:creationId xmlns:a16="http://schemas.microsoft.com/office/drawing/2014/main" id="{0C5EDC2B-432E-C3D2-901D-CFCBEE0CB6AF}"/>
                </a:ext>
              </a:extLst>
            </p:cNvPr>
            <p:cNvSpPr txBox="1">
              <a:spLocks noChangeAspect="1"/>
            </p:cNvSpPr>
            <p:nvPr/>
          </p:nvSpPr>
          <p:spPr>
            <a:xfrm>
              <a:off x="4466929"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4" name="!!T2_REF">
              <a:extLst>
                <a:ext uri="{FF2B5EF4-FFF2-40B4-BE49-F238E27FC236}">
                  <a16:creationId xmlns:a16="http://schemas.microsoft.com/office/drawing/2014/main" id="{CA86A740-BF04-A75D-BD8F-EFEF2EFBBFBE}"/>
                </a:ext>
              </a:extLst>
            </p:cNvPr>
            <p:cNvSpPr txBox="1">
              <a:spLocks noChangeAspect="1"/>
            </p:cNvSpPr>
            <p:nvPr/>
          </p:nvSpPr>
          <p:spPr>
            <a:xfrm>
              <a:off x="508944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5" name="!!T3_REF">
              <a:extLst>
                <a:ext uri="{FF2B5EF4-FFF2-40B4-BE49-F238E27FC236}">
                  <a16:creationId xmlns:a16="http://schemas.microsoft.com/office/drawing/2014/main" id="{1BA89502-A550-C94E-A2D8-08305B5D80E9}"/>
                </a:ext>
              </a:extLst>
            </p:cNvPr>
            <p:cNvSpPr txBox="1">
              <a:spLocks noChangeAspect="1"/>
            </p:cNvSpPr>
            <p:nvPr/>
          </p:nvSpPr>
          <p:spPr>
            <a:xfrm>
              <a:off x="5711953"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6" name="!!A4_REF">
              <a:extLst>
                <a:ext uri="{FF2B5EF4-FFF2-40B4-BE49-F238E27FC236}">
                  <a16:creationId xmlns:a16="http://schemas.microsoft.com/office/drawing/2014/main" id="{58753AD6-3B48-708D-6BF3-1106FBA9F8B7}"/>
                </a:ext>
              </a:extLst>
            </p:cNvPr>
            <p:cNvSpPr txBox="1">
              <a:spLocks noChangeAspect="1"/>
            </p:cNvSpPr>
            <p:nvPr/>
          </p:nvSpPr>
          <p:spPr>
            <a:xfrm>
              <a:off x="6334465"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7" name="!!T4_REF">
              <a:extLst>
                <a:ext uri="{FF2B5EF4-FFF2-40B4-BE49-F238E27FC236}">
                  <a16:creationId xmlns:a16="http://schemas.microsoft.com/office/drawing/2014/main" id="{37B19956-7F15-1BE5-782E-FBD7DA672727}"/>
                </a:ext>
              </a:extLst>
            </p:cNvPr>
            <p:cNvSpPr txBox="1">
              <a:spLocks noChangeAspect="1"/>
            </p:cNvSpPr>
            <p:nvPr/>
          </p:nvSpPr>
          <p:spPr>
            <a:xfrm>
              <a:off x="6956977"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G3_REF">
              <a:extLst>
                <a:ext uri="{FF2B5EF4-FFF2-40B4-BE49-F238E27FC236}">
                  <a16:creationId xmlns:a16="http://schemas.microsoft.com/office/drawing/2014/main" id="{62267BD2-E194-C65C-1BBA-374CD2BC8595}"/>
                </a:ext>
              </a:extLst>
            </p:cNvPr>
            <p:cNvSpPr txBox="1">
              <a:spLocks noChangeAspect="1"/>
            </p:cNvSpPr>
            <p:nvPr/>
          </p:nvSpPr>
          <p:spPr>
            <a:xfrm>
              <a:off x="820200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9" name="!!$_REF">
              <a:extLst>
                <a:ext uri="{FF2B5EF4-FFF2-40B4-BE49-F238E27FC236}">
                  <a16:creationId xmlns:a16="http://schemas.microsoft.com/office/drawing/2014/main" id="{9423E330-11A2-2CAF-3D48-718177DFE3CA}"/>
                </a:ext>
              </a:extLst>
            </p:cNvPr>
            <p:cNvSpPr txBox="1">
              <a:spLocks noChangeAspect="1"/>
            </p:cNvSpPr>
            <p:nvPr/>
          </p:nvSpPr>
          <p:spPr>
            <a:xfrm>
              <a:off x="8824511" y="3053841"/>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0" name="!!G2_BWT">
              <a:extLst>
                <a:ext uri="{FF2B5EF4-FFF2-40B4-BE49-F238E27FC236}">
                  <a16:creationId xmlns:a16="http://schemas.microsoft.com/office/drawing/2014/main" id="{9248B2B4-A34D-9C3D-9315-18A0925E04A5}"/>
                </a:ext>
              </a:extLst>
            </p:cNvPr>
            <p:cNvSpPr txBox="1">
              <a:spLocks noChangeAspect="1"/>
            </p:cNvSpPr>
            <p:nvPr/>
          </p:nvSpPr>
          <p:spPr>
            <a:xfrm>
              <a:off x="7579489" y="3036064"/>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grpSp>
    </p:spTree>
    <p:extLst>
      <p:ext uri="{BB962C8B-B14F-4D97-AF65-F5344CB8AC3E}">
        <p14:creationId xmlns:p14="http://schemas.microsoft.com/office/powerpoint/2010/main" val="2994931410"/>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6245784"/>
      </p:ext>
    </p:extLst>
  </p:cSld>
  <p:clrMapOvr>
    <a:masterClrMapping/>
  </p:clrMapOvr>
  <p:transition spd="slow" advClick="0" advTm="2000"/>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BB655-B545-56A0-2ACF-34B04270DB68}"/>
            </a:ext>
          </a:extLst>
        </p:cNvPr>
        <p:cNvGrpSpPr/>
        <p:nvPr/>
      </p:nvGrpSpPr>
      <p:grpSpPr>
        <a:xfrm>
          <a:off x="0" y="0"/>
          <a:ext cx="0" cy="0"/>
          <a:chOff x="0" y="0"/>
          <a:chExt cx="0" cy="0"/>
        </a:xfrm>
      </p:grpSpPr>
      <p:sp>
        <p:nvSpPr>
          <p:cNvPr id="6" name="!!G2_REF">
            <a:extLst>
              <a:ext uri="{FF2B5EF4-FFF2-40B4-BE49-F238E27FC236}">
                <a16:creationId xmlns:a16="http://schemas.microsoft.com/office/drawing/2014/main" id="{480A1E6A-2CF2-5207-6370-CEE5793DC333}"/>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7" name="!!A1_BWT">
            <a:extLst>
              <a:ext uri="{FF2B5EF4-FFF2-40B4-BE49-F238E27FC236}">
                <a16:creationId xmlns:a16="http://schemas.microsoft.com/office/drawing/2014/main" id="{CB1DB555-E392-0F83-4474-13EFF088DE84}"/>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27" name="!!A2_BWT">
            <a:extLst>
              <a:ext uri="{FF2B5EF4-FFF2-40B4-BE49-F238E27FC236}">
                <a16:creationId xmlns:a16="http://schemas.microsoft.com/office/drawing/2014/main" id="{198B92CB-F214-9F72-1A0A-19BEA002D774}"/>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29" name="!!T1_BWT">
            <a:extLst>
              <a:ext uri="{FF2B5EF4-FFF2-40B4-BE49-F238E27FC236}">
                <a16:creationId xmlns:a16="http://schemas.microsoft.com/office/drawing/2014/main" id="{1A76199C-A44D-8AEE-F943-BDBE863972F1}"/>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0" name="!!G1_BWT">
            <a:extLst>
              <a:ext uri="{FF2B5EF4-FFF2-40B4-BE49-F238E27FC236}">
                <a16:creationId xmlns:a16="http://schemas.microsoft.com/office/drawing/2014/main" id="{5D212021-2C9C-1D2E-1258-65C84FAE37AA}"/>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1" name="!!T2_BWT">
            <a:extLst>
              <a:ext uri="{FF2B5EF4-FFF2-40B4-BE49-F238E27FC236}">
                <a16:creationId xmlns:a16="http://schemas.microsoft.com/office/drawing/2014/main" id="{A27E3980-F631-030A-3371-80DA8722FA38}"/>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2" name="!!T3_BWT">
            <a:extLst>
              <a:ext uri="{FF2B5EF4-FFF2-40B4-BE49-F238E27FC236}">
                <a16:creationId xmlns:a16="http://schemas.microsoft.com/office/drawing/2014/main" id="{3D5DCF70-F8A4-3EA2-F594-1AC435A63820}"/>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A4_BWT">
            <a:extLst>
              <a:ext uri="{FF2B5EF4-FFF2-40B4-BE49-F238E27FC236}">
                <a16:creationId xmlns:a16="http://schemas.microsoft.com/office/drawing/2014/main" id="{80968A7C-5DB9-01C1-873E-75E2EE893163}"/>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4" name="!!T4_BWT">
            <a:extLst>
              <a:ext uri="{FF2B5EF4-FFF2-40B4-BE49-F238E27FC236}">
                <a16:creationId xmlns:a16="http://schemas.microsoft.com/office/drawing/2014/main" id="{8DF75553-9DAD-4819-5C1B-9E114CB26EFC}"/>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G3_BWT">
            <a:extLst>
              <a:ext uri="{FF2B5EF4-FFF2-40B4-BE49-F238E27FC236}">
                <a16:creationId xmlns:a16="http://schemas.microsoft.com/office/drawing/2014/main" id="{19E5506A-AB26-3A26-7501-35F238900018}"/>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6" name="!!$_BWT">
            <a:extLst>
              <a:ext uri="{FF2B5EF4-FFF2-40B4-BE49-F238E27FC236}">
                <a16:creationId xmlns:a16="http://schemas.microsoft.com/office/drawing/2014/main" id="{257668EE-CDFB-6203-37BB-15C2ACD8EC7F}"/>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29227728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4745-A9A8-04FD-B3CA-8BC5E6E52E00}"/>
            </a:ext>
          </a:extLst>
        </p:cNvPr>
        <p:cNvGrpSpPr/>
        <p:nvPr/>
      </p:nvGrpSpPr>
      <p:grpSpPr>
        <a:xfrm>
          <a:off x="0" y="0"/>
          <a:ext cx="0" cy="0"/>
          <a:chOff x="0" y="0"/>
          <a:chExt cx="0" cy="0"/>
        </a:xfrm>
      </p:grpSpPr>
      <p:sp>
        <p:nvSpPr>
          <p:cNvPr id="49" name="!!A1_F">
            <a:extLst>
              <a:ext uri="{FF2B5EF4-FFF2-40B4-BE49-F238E27FC236}">
                <a16:creationId xmlns:a16="http://schemas.microsoft.com/office/drawing/2014/main" id="{B818573A-A18F-6649-D4B4-F32CA8C61FAC}"/>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0" name="!!A2_F">
            <a:extLst>
              <a:ext uri="{FF2B5EF4-FFF2-40B4-BE49-F238E27FC236}">
                <a16:creationId xmlns:a16="http://schemas.microsoft.com/office/drawing/2014/main" id="{87755E7F-3D9E-3141-895C-63A0FC0B32D2}"/>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1" name="!!A3_F">
            <a:extLst>
              <a:ext uri="{FF2B5EF4-FFF2-40B4-BE49-F238E27FC236}">
                <a16:creationId xmlns:a16="http://schemas.microsoft.com/office/drawing/2014/main" id="{9C14B9BD-40FA-86ED-CB25-414E67043498}"/>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2" name="!!G1_F">
            <a:extLst>
              <a:ext uri="{FF2B5EF4-FFF2-40B4-BE49-F238E27FC236}">
                <a16:creationId xmlns:a16="http://schemas.microsoft.com/office/drawing/2014/main" id="{533B22F2-465C-FE0A-5CEA-F12F58323F6E}"/>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53" name="!!G2_F">
            <a:extLst>
              <a:ext uri="{FF2B5EF4-FFF2-40B4-BE49-F238E27FC236}">
                <a16:creationId xmlns:a16="http://schemas.microsoft.com/office/drawing/2014/main" id="{9C43A90B-A02C-D03C-3D9E-37214DC8B19E}"/>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54" name="!!G3_F">
            <a:extLst>
              <a:ext uri="{FF2B5EF4-FFF2-40B4-BE49-F238E27FC236}">
                <a16:creationId xmlns:a16="http://schemas.microsoft.com/office/drawing/2014/main" id="{7BEB2489-0000-2667-0D2A-B93736178DB4}"/>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55" name="!!T1_F">
            <a:extLst>
              <a:ext uri="{FF2B5EF4-FFF2-40B4-BE49-F238E27FC236}">
                <a16:creationId xmlns:a16="http://schemas.microsoft.com/office/drawing/2014/main" id="{4A2F5CE6-B433-20B8-A9BE-E6FFCDF770D6}"/>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6" name="!!T2_F">
            <a:extLst>
              <a:ext uri="{FF2B5EF4-FFF2-40B4-BE49-F238E27FC236}">
                <a16:creationId xmlns:a16="http://schemas.microsoft.com/office/drawing/2014/main" id="{52A14C06-550A-339B-7143-BC5F91F48887}"/>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7" name="!!T3_F">
            <a:extLst>
              <a:ext uri="{FF2B5EF4-FFF2-40B4-BE49-F238E27FC236}">
                <a16:creationId xmlns:a16="http://schemas.microsoft.com/office/drawing/2014/main" id="{2B836177-7C8A-0C4A-A86F-E10AED6439B9}"/>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8" name="!!T4_F">
            <a:extLst>
              <a:ext uri="{FF2B5EF4-FFF2-40B4-BE49-F238E27FC236}">
                <a16:creationId xmlns:a16="http://schemas.microsoft.com/office/drawing/2014/main" id="{03EF0354-9733-D344-8AA0-BD94B750CC53}"/>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9" name="!!$_F">
            <a:extLst>
              <a:ext uri="{FF2B5EF4-FFF2-40B4-BE49-F238E27FC236}">
                <a16:creationId xmlns:a16="http://schemas.microsoft.com/office/drawing/2014/main" id="{E1B9AC72-F1A0-7DD6-EAF4-CEBA5EDC1CD2}"/>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
        <p:nvSpPr>
          <p:cNvPr id="6" name="!!ANA1">
            <a:extLst>
              <a:ext uri="{FF2B5EF4-FFF2-40B4-BE49-F238E27FC236}">
                <a16:creationId xmlns:a16="http://schemas.microsoft.com/office/drawing/2014/main" id="{463E40D7-6E44-7442-8BF4-9FC7D56D4D7A}"/>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7" name="!!RefSeq">
            <a:extLst>
              <a:ext uri="{FF2B5EF4-FFF2-40B4-BE49-F238E27FC236}">
                <a16:creationId xmlns:a16="http://schemas.microsoft.com/office/drawing/2014/main" id="{FEBA1DBB-FF7E-65BC-0A9C-2B05675380EC}"/>
              </a:ext>
            </a:extLst>
          </p:cNvPr>
          <p:cNvSpPr txBox="1"/>
          <p:nvPr/>
        </p:nvSpPr>
        <p:spPr>
          <a:xfrm>
            <a:off x="5471318" y="399818"/>
            <a:ext cx="1075937"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Find</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7" name="!!G2_REF">
            <a:extLst>
              <a:ext uri="{FF2B5EF4-FFF2-40B4-BE49-F238E27FC236}">
                <a16:creationId xmlns:a16="http://schemas.microsoft.com/office/drawing/2014/main" id="{E3757A09-E82F-9773-EFBC-8E4C76AF65A4}"/>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8" name="!!A1_BWT">
            <a:extLst>
              <a:ext uri="{FF2B5EF4-FFF2-40B4-BE49-F238E27FC236}">
                <a16:creationId xmlns:a16="http://schemas.microsoft.com/office/drawing/2014/main" id="{90936756-FC83-010D-B185-B0E0751BD673}"/>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29" name="!!A2_BWT">
            <a:extLst>
              <a:ext uri="{FF2B5EF4-FFF2-40B4-BE49-F238E27FC236}">
                <a16:creationId xmlns:a16="http://schemas.microsoft.com/office/drawing/2014/main" id="{D0E933A5-B33E-53BF-0272-DF7BEB4CE363}"/>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0" name="!!T1_BWT">
            <a:extLst>
              <a:ext uri="{FF2B5EF4-FFF2-40B4-BE49-F238E27FC236}">
                <a16:creationId xmlns:a16="http://schemas.microsoft.com/office/drawing/2014/main" id="{676AA6C1-17B2-8D0B-08A9-2BE742E4067E}"/>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1" name="!!G1_BWT">
            <a:extLst>
              <a:ext uri="{FF2B5EF4-FFF2-40B4-BE49-F238E27FC236}">
                <a16:creationId xmlns:a16="http://schemas.microsoft.com/office/drawing/2014/main" id="{4B642AB3-61ED-FDB8-3969-EF7FCF7CE205}"/>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2" name="!!T2_BWT">
            <a:extLst>
              <a:ext uri="{FF2B5EF4-FFF2-40B4-BE49-F238E27FC236}">
                <a16:creationId xmlns:a16="http://schemas.microsoft.com/office/drawing/2014/main" id="{92CE6DB7-AE1C-F2A2-08EF-4044F9295ED0}"/>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T3_BWT">
            <a:extLst>
              <a:ext uri="{FF2B5EF4-FFF2-40B4-BE49-F238E27FC236}">
                <a16:creationId xmlns:a16="http://schemas.microsoft.com/office/drawing/2014/main" id="{490CB1BF-C908-2260-CE3E-5FC39198D352}"/>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4" name="!!A4_BWT">
            <a:extLst>
              <a:ext uri="{FF2B5EF4-FFF2-40B4-BE49-F238E27FC236}">
                <a16:creationId xmlns:a16="http://schemas.microsoft.com/office/drawing/2014/main" id="{2290E0EE-796D-EE6A-A222-858CC61CAF25}"/>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5" name="!!T4_BWT">
            <a:extLst>
              <a:ext uri="{FF2B5EF4-FFF2-40B4-BE49-F238E27FC236}">
                <a16:creationId xmlns:a16="http://schemas.microsoft.com/office/drawing/2014/main" id="{8C7734E8-0288-5F8C-4990-F2A6ADF10F16}"/>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G3_BWT">
            <a:extLst>
              <a:ext uri="{FF2B5EF4-FFF2-40B4-BE49-F238E27FC236}">
                <a16:creationId xmlns:a16="http://schemas.microsoft.com/office/drawing/2014/main" id="{8EF916A4-7445-80C5-9B1F-4B5561FBF0D1}"/>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7" name="!!$_BWT">
            <a:extLst>
              <a:ext uri="{FF2B5EF4-FFF2-40B4-BE49-F238E27FC236}">
                <a16:creationId xmlns:a16="http://schemas.microsoft.com/office/drawing/2014/main" id="{8F547E10-1362-870D-AEB1-5AA660912F50}"/>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437453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62F6F-7946-1198-EAFA-5CB369A57A79}"/>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2F6E7B8C-7B5C-94E0-AE9B-67B4DFEB0EB8}"/>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3" name="!!A1_F">
            <a:extLst>
              <a:ext uri="{FF2B5EF4-FFF2-40B4-BE49-F238E27FC236}">
                <a16:creationId xmlns:a16="http://schemas.microsoft.com/office/drawing/2014/main" id="{43C90DC1-EEBD-E26C-182E-D05EEAE7E5C9}"/>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 name="!!A2_F">
            <a:extLst>
              <a:ext uri="{FF2B5EF4-FFF2-40B4-BE49-F238E27FC236}">
                <a16:creationId xmlns:a16="http://schemas.microsoft.com/office/drawing/2014/main" id="{4E9D597B-4105-5D06-7FFE-35D0F7763F59}"/>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18" name="!!A3_F">
            <a:extLst>
              <a:ext uri="{FF2B5EF4-FFF2-40B4-BE49-F238E27FC236}">
                <a16:creationId xmlns:a16="http://schemas.microsoft.com/office/drawing/2014/main" id="{A3C18BC7-128A-0169-DFB1-61548CA876A2}"/>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22" name="!!G1_F">
            <a:extLst>
              <a:ext uri="{FF2B5EF4-FFF2-40B4-BE49-F238E27FC236}">
                <a16:creationId xmlns:a16="http://schemas.microsoft.com/office/drawing/2014/main" id="{FF389130-5611-8F4B-151F-E1FE5D432FA1}"/>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24" name="!!G2_F">
            <a:extLst>
              <a:ext uri="{FF2B5EF4-FFF2-40B4-BE49-F238E27FC236}">
                <a16:creationId xmlns:a16="http://schemas.microsoft.com/office/drawing/2014/main" id="{630A9838-0F38-FAC6-2EE4-2F0EA6DD0911}"/>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25" name="!!G3_F">
            <a:extLst>
              <a:ext uri="{FF2B5EF4-FFF2-40B4-BE49-F238E27FC236}">
                <a16:creationId xmlns:a16="http://schemas.microsoft.com/office/drawing/2014/main" id="{3ECFBB1D-F09D-E6EF-C35A-36881203DCFA}"/>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16" name="!!T1_F">
            <a:extLst>
              <a:ext uri="{FF2B5EF4-FFF2-40B4-BE49-F238E27FC236}">
                <a16:creationId xmlns:a16="http://schemas.microsoft.com/office/drawing/2014/main" id="{B5DAFB13-1477-5989-598C-834C7B427376}"/>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20" name="!!T2_F">
            <a:extLst>
              <a:ext uri="{FF2B5EF4-FFF2-40B4-BE49-F238E27FC236}">
                <a16:creationId xmlns:a16="http://schemas.microsoft.com/office/drawing/2014/main" id="{D3F68133-408E-0B37-3135-31F89F2DF08D}"/>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21" name="!!T3_F">
            <a:extLst>
              <a:ext uri="{FF2B5EF4-FFF2-40B4-BE49-F238E27FC236}">
                <a16:creationId xmlns:a16="http://schemas.microsoft.com/office/drawing/2014/main" id="{F395263C-502B-A327-9CA9-614549A35B0F}"/>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23" name="!!T4_F">
            <a:extLst>
              <a:ext uri="{FF2B5EF4-FFF2-40B4-BE49-F238E27FC236}">
                <a16:creationId xmlns:a16="http://schemas.microsoft.com/office/drawing/2014/main" id="{816B72FF-6D8C-725B-23E6-DDEB20625A7C}"/>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26" name="!!$_F">
            <a:extLst>
              <a:ext uri="{FF2B5EF4-FFF2-40B4-BE49-F238E27FC236}">
                <a16:creationId xmlns:a16="http://schemas.microsoft.com/office/drawing/2014/main" id="{CDA715B9-00AF-EB49-885A-9EA352D241AF}"/>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
        <p:nvSpPr>
          <p:cNvPr id="2" name="!!F">
            <a:extLst>
              <a:ext uri="{FF2B5EF4-FFF2-40B4-BE49-F238E27FC236}">
                <a16:creationId xmlns:a16="http://schemas.microsoft.com/office/drawing/2014/main" id="{4EA67C26-218A-0874-48DD-CED89F535FEF}"/>
              </a:ext>
            </a:extLst>
          </p:cNvPr>
          <p:cNvSpPr txBox="1"/>
          <p:nvPr/>
        </p:nvSpPr>
        <p:spPr>
          <a:xfrm>
            <a:off x="1914974" y="2321005"/>
            <a:ext cx="445955" cy="677108"/>
          </a:xfrm>
          <a:prstGeom prst="rect">
            <a:avLst/>
          </a:prstGeom>
          <a:noFill/>
        </p:spPr>
        <p:txBody>
          <a:bodyPr wrap="none" rtlCol="0">
            <a:spAutoFit/>
          </a:bodyPr>
          <a:lstStyle/>
          <a:p>
            <a:pPr algn="ctr"/>
            <a:r>
              <a:rPr lang="en-US" sz="3800" i="1" dirty="0">
                <a:solidFill>
                  <a:srgbClr val="247BA0"/>
                </a:solidFill>
                <a:latin typeface="Helvetica Neue Light" panose="02000403000000020004" pitchFamily="2" charset="0"/>
                <a:ea typeface="Helvetica Neue Light" panose="02000403000000020004" pitchFamily="2" charset="0"/>
              </a:rPr>
              <a:t>F</a:t>
            </a:r>
            <a:endParaRPr lang="en-US" sz="3800" i="1" baseline="30000" dirty="0">
              <a:solidFill>
                <a:srgbClr val="247BA0"/>
              </a:solidFill>
              <a:latin typeface="Helvetica Neue Light" panose="02000403000000020004" pitchFamily="2" charset="0"/>
              <a:ea typeface="Helvetica Neue Light" panose="02000403000000020004" pitchFamily="2" charset="0"/>
            </a:endParaRPr>
          </a:p>
        </p:txBody>
      </p:sp>
      <p:sp>
        <p:nvSpPr>
          <p:cNvPr id="29" name="!!Counter">
            <a:extLst>
              <a:ext uri="{FF2B5EF4-FFF2-40B4-BE49-F238E27FC236}">
                <a16:creationId xmlns:a16="http://schemas.microsoft.com/office/drawing/2014/main" id="{F69E8524-6107-5DAA-7C1B-568B6F577532}"/>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1</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30" name="!!Commentary">
            <a:extLst>
              <a:ext uri="{FF2B5EF4-FFF2-40B4-BE49-F238E27FC236}">
                <a16:creationId xmlns:a16="http://schemas.microsoft.com/office/drawing/2014/main" id="{646F6444-0BD5-E1C2-35FF-79D4739AB34D}"/>
              </a:ext>
            </a:extLst>
          </p:cNvPr>
          <p:cNvSpPr txBox="1"/>
          <p:nvPr/>
        </p:nvSpPr>
        <p:spPr>
          <a:xfrm>
            <a:off x="4296056" y="4876800"/>
            <a:ext cx="3599895"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Get F from BWT</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41" name="!!G2_REF">
            <a:extLst>
              <a:ext uri="{FF2B5EF4-FFF2-40B4-BE49-F238E27FC236}">
                <a16:creationId xmlns:a16="http://schemas.microsoft.com/office/drawing/2014/main" id="{A2D07711-3416-0CF2-67D8-A88FBA690AF2}"/>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42" name="!!A1_BWT">
            <a:extLst>
              <a:ext uri="{FF2B5EF4-FFF2-40B4-BE49-F238E27FC236}">
                <a16:creationId xmlns:a16="http://schemas.microsoft.com/office/drawing/2014/main" id="{5079AAAD-49DA-0C22-F587-0878B46D26E8}"/>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3" name="!!A2_BWT">
            <a:extLst>
              <a:ext uri="{FF2B5EF4-FFF2-40B4-BE49-F238E27FC236}">
                <a16:creationId xmlns:a16="http://schemas.microsoft.com/office/drawing/2014/main" id="{BF1D2B7D-AF65-9109-3C6D-2E188B76BDD1}"/>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4" name="!!T1_BWT">
            <a:extLst>
              <a:ext uri="{FF2B5EF4-FFF2-40B4-BE49-F238E27FC236}">
                <a16:creationId xmlns:a16="http://schemas.microsoft.com/office/drawing/2014/main" id="{4A1ABC60-43A5-349C-3099-1BF35513EFED}"/>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5" name="!!G1_BWT">
            <a:extLst>
              <a:ext uri="{FF2B5EF4-FFF2-40B4-BE49-F238E27FC236}">
                <a16:creationId xmlns:a16="http://schemas.microsoft.com/office/drawing/2014/main" id="{F8C05CBF-1C6F-CB10-8A16-43618A890AD1}"/>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46" name="!!T2_BWT">
            <a:extLst>
              <a:ext uri="{FF2B5EF4-FFF2-40B4-BE49-F238E27FC236}">
                <a16:creationId xmlns:a16="http://schemas.microsoft.com/office/drawing/2014/main" id="{FC024A73-9887-F16D-2A23-100B34EA9BB9}"/>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7" name="!!T3_BWT">
            <a:extLst>
              <a:ext uri="{FF2B5EF4-FFF2-40B4-BE49-F238E27FC236}">
                <a16:creationId xmlns:a16="http://schemas.microsoft.com/office/drawing/2014/main" id="{5661CAEE-FAEB-1ED3-A83E-AD7E1588F0F8}"/>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8" name="!!A4_BWT">
            <a:extLst>
              <a:ext uri="{FF2B5EF4-FFF2-40B4-BE49-F238E27FC236}">
                <a16:creationId xmlns:a16="http://schemas.microsoft.com/office/drawing/2014/main" id="{77636A9B-361F-D99D-7CC6-7D1BAA457CD9}"/>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9" name="!!T4_BWT">
            <a:extLst>
              <a:ext uri="{FF2B5EF4-FFF2-40B4-BE49-F238E27FC236}">
                <a16:creationId xmlns:a16="http://schemas.microsoft.com/office/drawing/2014/main" id="{B2F70E75-D73E-6F31-9C56-88B956290179}"/>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50" name="!!G3_BWT">
            <a:extLst>
              <a:ext uri="{FF2B5EF4-FFF2-40B4-BE49-F238E27FC236}">
                <a16:creationId xmlns:a16="http://schemas.microsoft.com/office/drawing/2014/main" id="{524FCB5D-0AE6-B457-03D8-B2A2C3B04417}"/>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51" name="!!$_BWT">
            <a:extLst>
              <a:ext uri="{FF2B5EF4-FFF2-40B4-BE49-F238E27FC236}">
                <a16:creationId xmlns:a16="http://schemas.microsoft.com/office/drawing/2014/main" id="{23AD5013-0C0B-716B-3607-11FFE56216C7}"/>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Tree>
    <p:extLst>
      <p:ext uri="{BB962C8B-B14F-4D97-AF65-F5344CB8AC3E}">
        <p14:creationId xmlns:p14="http://schemas.microsoft.com/office/powerpoint/2010/main" val="3746111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583E6-D591-3FA8-2E50-7EAA0FE0CC81}"/>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AD7BB99A-CCD7-77C2-678F-554FB3ECA758}"/>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ATG</a:t>
            </a:r>
          </a:p>
        </p:txBody>
      </p:sp>
      <p:sp>
        <p:nvSpPr>
          <p:cNvPr id="7" name="!!RefSeq">
            <a:extLst>
              <a:ext uri="{FF2B5EF4-FFF2-40B4-BE49-F238E27FC236}">
                <a16:creationId xmlns:a16="http://schemas.microsoft.com/office/drawing/2014/main" id="{9A2FB91E-6050-B62B-76EF-E2497F21C516}"/>
              </a:ext>
            </a:extLst>
          </p:cNvPr>
          <p:cNvSpPr txBox="1"/>
          <p:nvPr/>
        </p:nvSpPr>
        <p:spPr>
          <a:xfrm>
            <a:off x="3902785" y="399818"/>
            <a:ext cx="4213013"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Start with last letter</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9" name="!!Counter">
            <a:extLst>
              <a:ext uri="{FF2B5EF4-FFF2-40B4-BE49-F238E27FC236}">
                <a16:creationId xmlns:a16="http://schemas.microsoft.com/office/drawing/2014/main" id="{BDB92B9F-3BD9-E096-B4B1-275C8131BADA}"/>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1</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2" name="!!G2_REF">
            <a:extLst>
              <a:ext uri="{FF2B5EF4-FFF2-40B4-BE49-F238E27FC236}">
                <a16:creationId xmlns:a16="http://schemas.microsoft.com/office/drawing/2014/main" id="{E057319B-53EA-07D5-25FA-97A561CF1B01}"/>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B6595815-C48B-D95C-E77B-5CF304462653}"/>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28" name="!!A2_BWT">
            <a:extLst>
              <a:ext uri="{FF2B5EF4-FFF2-40B4-BE49-F238E27FC236}">
                <a16:creationId xmlns:a16="http://schemas.microsoft.com/office/drawing/2014/main" id="{28E456F7-7408-A1AC-59DF-D71206688CFB}"/>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0" name="!!T1_BWT">
            <a:extLst>
              <a:ext uri="{FF2B5EF4-FFF2-40B4-BE49-F238E27FC236}">
                <a16:creationId xmlns:a16="http://schemas.microsoft.com/office/drawing/2014/main" id="{D77800D1-A106-1CF8-E37F-3BE419288688}"/>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1" name="!!G1_BWT">
            <a:extLst>
              <a:ext uri="{FF2B5EF4-FFF2-40B4-BE49-F238E27FC236}">
                <a16:creationId xmlns:a16="http://schemas.microsoft.com/office/drawing/2014/main" id="{ED690248-EB3D-FED4-9E9E-299DB0BCE6AD}"/>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2" name="!!T2_BWT">
            <a:extLst>
              <a:ext uri="{FF2B5EF4-FFF2-40B4-BE49-F238E27FC236}">
                <a16:creationId xmlns:a16="http://schemas.microsoft.com/office/drawing/2014/main" id="{A40FC4AB-28C0-968A-DB0E-6E172478EF7F}"/>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T3_BWT">
            <a:extLst>
              <a:ext uri="{FF2B5EF4-FFF2-40B4-BE49-F238E27FC236}">
                <a16:creationId xmlns:a16="http://schemas.microsoft.com/office/drawing/2014/main" id="{6C6EE958-7115-DAEC-F336-AE2E7A9E3E9F}"/>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4" name="!!A4_BWT">
            <a:extLst>
              <a:ext uri="{FF2B5EF4-FFF2-40B4-BE49-F238E27FC236}">
                <a16:creationId xmlns:a16="http://schemas.microsoft.com/office/drawing/2014/main" id="{0EA1DBBE-7A08-1492-8669-857CB564D1CA}"/>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5" name="!!T4_BWT">
            <a:extLst>
              <a:ext uri="{FF2B5EF4-FFF2-40B4-BE49-F238E27FC236}">
                <a16:creationId xmlns:a16="http://schemas.microsoft.com/office/drawing/2014/main" id="{2E6581D9-BA09-B3B6-73CE-641A1AC252AF}"/>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G3_BWT">
            <a:extLst>
              <a:ext uri="{FF2B5EF4-FFF2-40B4-BE49-F238E27FC236}">
                <a16:creationId xmlns:a16="http://schemas.microsoft.com/office/drawing/2014/main" id="{5C952971-4E81-32C5-6064-C72D58BEB566}"/>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7" name="!!$_BWT">
            <a:extLst>
              <a:ext uri="{FF2B5EF4-FFF2-40B4-BE49-F238E27FC236}">
                <a16:creationId xmlns:a16="http://schemas.microsoft.com/office/drawing/2014/main" id="{5E70D147-8738-6ECC-32EB-80BBA10D48CA}"/>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38" name="!!A1_F">
            <a:extLst>
              <a:ext uri="{FF2B5EF4-FFF2-40B4-BE49-F238E27FC236}">
                <a16:creationId xmlns:a16="http://schemas.microsoft.com/office/drawing/2014/main" id="{CF9DF4DF-70CD-D08B-FF90-69366C8E2C31}"/>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39" name="!!A2_F">
            <a:extLst>
              <a:ext uri="{FF2B5EF4-FFF2-40B4-BE49-F238E27FC236}">
                <a16:creationId xmlns:a16="http://schemas.microsoft.com/office/drawing/2014/main" id="{8E5E0306-908D-E0CC-15AE-DB14E19E099E}"/>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0" name="!!A3_F">
            <a:extLst>
              <a:ext uri="{FF2B5EF4-FFF2-40B4-BE49-F238E27FC236}">
                <a16:creationId xmlns:a16="http://schemas.microsoft.com/office/drawing/2014/main" id="{D3B4E13E-CDEA-E57B-41E9-6A99F1328FD1}"/>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G1_F">
            <a:extLst>
              <a:ext uri="{FF2B5EF4-FFF2-40B4-BE49-F238E27FC236}">
                <a16:creationId xmlns:a16="http://schemas.microsoft.com/office/drawing/2014/main" id="{2F4229F9-6CDD-5C64-4E17-EC50CC982C88}"/>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2" name="!!G2_F">
            <a:extLst>
              <a:ext uri="{FF2B5EF4-FFF2-40B4-BE49-F238E27FC236}">
                <a16:creationId xmlns:a16="http://schemas.microsoft.com/office/drawing/2014/main" id="{2FBD8B00-9C2A-3E54-F009-305A684D615F}"/>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3" name="!!G3_F">
            <a:extLst>
              <a:ext uri="{FF2B5EF4-FFF2-40B4-BE49-F238E27FC236}">
                <a16:creationId xmlns:a16="http://schemas.microsoft.com/office/drawing/2014/main" id="{83A56F9D-2B71-0E90-5646-5386278BC748}"/>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T1_F">
            <a:extLst>
              <a:ext uri="{FF2B5EF4-FFF2-40B4-BE49-F238E27FC236}">
                <a16:creationId xmlns:a16="http://schemas.microsoft.com/office/drawing/2014/main" id="{40640475-EDDB-86BC-855E-D517752ADB38}"/>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5" name="!!T2_F">
            <a:extLst>
              <a:ext uri="{FF2B5EF4-FFF2-40B4-BE49-F238E27FC236}">
                <a16:creationId xmlns:a16="http://schemas.microsoft.com/office/drawing/2014/main" id="{31FC0BFC-51C1-2F94-F30C-2AEB0F71DAD5}"/>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6" name="!!T3_F">
            <a:extLst>
              <a:ext uri="{FF2B5EF4-FFF2-40B4-BE49-F238E27FC236}">
                <a16:creationId xmlns:a16="http://schemas.microsoft.com/office/drawing/2014/main" id="{3593405E-85C7-971D-62F4-CB485BA93645}"/>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4_F">
            <a:extLst>
              <a:ext uri="{FF2B5EF4-FFF2-40B4-BE49-F238E27FC236}">
                <a16:creationId xmlns:a16="http://schemas.microsoft.com/office/drawing/2014/main" id="{FA07E005-9213-30F7-4FE3-3A454120F1F0}"/>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_F">
            <a:extLst>
              <a:ext uri="{FF2B5EF4-FFF2-40B4-BE49-F238E27FC236}">
                <a16:creationId xmlns:a16="http://schemas.microsoft.com/office/drawing/2014/main" id="{4845AF49-C01D-98B8-7F37-4A50B40C11D2}"/>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939131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816F-954A-C229-A1A5-BE60073A4609}"/>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F2DA88CF-5BA2-923D-16B5-6038FF95EDAE}"/>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a:t>
            </a:r>
            <a:r>
              <a:rPr lang="en-US" sz="4400" b="1" spc="1600" dirty="0">
                <a:solidFill>
                  <a:srgbClr val="9FC490"/>
                </a:solidFill>
                <a:latin typeface="American Typewriter" panose="02090604020004020304" pitchFamily="18" charset="77"/>
              </a:rPr>
              <a:t>G</a:t>
            </a:r>
          </a:p>
        </p:txBody>
      </p:sp>
      <p:sp>
        <p:nvSpPr>
          <p:cNvPr id="7" name="!!RefSeq">
            <a:extLst>
              <a:ext uri="{FF2B5EF4-FFF2-40B4-BE49-F238E27FC236}">
                <a16:creationId xmlns:a16="http://schemas.microsoft.com/office/drawing/2014/main" id="{2F156486-AC18-F946-0D25-35342CADB909}"/>
              </a:ext>
            </a:extLst>
          </p:cNvPr>
          <p:cNvSpPr txBox="1"/>
          <p:nvPr/>
        </p:nvSpPr>
        <p:spPr>
          <a:xfrm>
            <a:off x="3902785" y="399818"/>
            <a:ext cx="4213013"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Start with last letter</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9" name="!!Counter">
            <a:extLst>
              <a:ext uri="{FF2B5EF4-FFF2-40B4-BE49-F238E27FC236}">
                <a16:creationId xmlns:a16="http://schemas.microsoft.com/office/drawing/2014/main" id="{4AF02B45-0A47-EE0C-5AEA-812991BA41FA}"/>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1</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2" name="!!G2_REF">
            <a:extLst>
              <a:ext uri="{FF2B5EF4-FFF2-40B4-BE49-F238E27FC236}">
                <a16:creationId xmlns:a16="http://schemas.microsoft.com/office/drawing/2014/main" id="{0E9F7444-1B84-04E7-2F8C-1109682B95DD}"/>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3865AA69-C8E5-5C97-10BB-9C38B112F62A}"/>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28" name="!!A2_BWT">
            <a:extLst>
              <a:ext uri="{FF2B5EF4-FFF2-40B4-BE49-F238E27FC236}">
                <a16:creationId xmlns:a16="http://schemas.microsoft.com/office/drawing/2014/main" id="{654762ED-65C9-E508-24BA-EA2FB1845DED}"/>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0" name="!!T1_BWT">
            <a:extLst>
              <a:ext uri="{FF2B5EF4-FFF2-40B4-BE49-F238E27FC236}">
                <a16:creationId xmlns:a16="http://schemas.microsoft.com/office/drawing/2014/main" id="{9391B8CD-5CE9-1C8C-4CD9-F6BBF58E757B}"/>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1" name="!!G1_BWT">
            <a:extLst>
              <a:ext uri="{FF2B5EF4-FFF2-40B4-BE49-F238E27FC236}">
                <a16:creationId xmlns:a16="http://schemas.microsoft.com/office/drawing/2014/main" id="{A97B8E33-3BA9-0C2F-E072-5EC133253A56}"/>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2" name="!!T2_BWT">
            <a:extLst>
              <a:ext uri="{FF2B5EF4-FFF2-40B4-BE49-F238E27FC236}">
                <a16:creationId xmlns:a16="http://schemas.microsoft.com/office/drawing/2014/main" id="{F703EC74-D19A-AB3B-69E8-25AEFBEDF11C}"/>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T3_BWT">
            <a:extLst>
              <a:ext uri="{FF2B5EF4-FFF2-40B4-BE49-F238E27FC236}">
                <a16:creationId xmlns:a16="http://schemas.microsoft.com/office/drawing/2014/main" id="{3DC7B816-C3EF-B80F-3152-A5FF6487E98A}"/>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4" name="!!A4_BWT">
            <a:extLst>
              <a:ext uri="{FF2B5EF4-FFF2-40B4-BE49-F238E27FC236}">
                <a16:creationId xmlns:a16="http://schemas.microsoft.com/office/drawing/2014/main" id="{BA3026B4-8B51-B561-9F87-2F09A0633038}"/>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5" name="!!T4_BWT">
            <a:extLst>
              <a:ext uri="{FF2B5EF4-FFF2-40B4-BE49-F238E27FC236}">
                <a16:creationId xmlns:a16="http://schemas.microsoft.com/office/drawing/2014/main" id="{353E44ED-916F-F3A4-06D9-3F08AC7E2377}"/>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G3_BWT">
            <a:extLst>
              <a:ext uri="{FF2B5EF4-FFF2-40B4-BE49-F238E27FC236}">
                <a16:creationId xmlns:a16="http://schemas.microsoft.com/office/drawing/2014/main" id="{31D5D998-6023-2AAB-3F33-F3E2A54574A5}"/>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7" name="!!$_BWT">
            <a:extLst>
              <a:ext uri="{FF2B5EF4-FFF2-40B4-BE49-F238E27FC236}">
                <a16:creationId xmlns:a16="http://schemas.microsoft.com/office/drawing/2014/main" id="{664FA485-42CD-A618-E110-988DAB66DB23}"/>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38" name="!!A1_F">
            <a:extLst>
              <a:ext uri="{FF2B5EF4-FFF2-40B4-BE49-F238E27FC236}">
                <a16:creationId xmlns:a16="http://schemas.microsoft.com/office/drawing/2014/main" id="{A3BC7581-7BA8-F249-4DAB-94CAE21AFB30}"/>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39" name="!!A2_F">
            <a:extLst>
              <a:ext uri="{FF2B5EF4-FFF2-40B4-BE49-F238E27FC236}">
                <a16:creationId xmlns:a16="http://schemas.microsoft.com/office/drawing/2014/main" id="{4A26D97E-1D9E-D0D4-91A7-CCB69B325078}"/>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0" name="!!A3_F">
            <a:extLst>
              <a:ext uri="{FF2B5EF4-FFF2-40B4-BE49-F238E27FC236}">
                <a16:creationId xmlns:a16="http://schemas.microsoft.com/office/drawing/2014/main" id="{52D3DEC6-1162-E09D-3D67-931FF4E01C30}"/>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G1_F">
            <a:extLst>
              <a:ext uri="{FF2B5EF4-FFF2-40B4-BE49-F238E27FC236}">
                <a16:creationId xmlns:a16="http://schemas.microsoft.com/office/drawing/2014/main" id="{F8EED0E2-A606-5AF5-34B5-C0C8E2E9EC59}"/>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2" name="!!G2_F">
            <a:extLst>
              <a:ext uri="{FF2B5EF4-FFF2-40B4-BE49-F238E27FC236}">
                <a16:creationId xmlns:a16="http://schemas.microsoft.com/office/drawing/2014/main" id="{1815D0DE-4F23-54AE-3BA1-ACFA68261FAE}"/>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3" name="!!G3_F">
            <a:extLst>
              <a:ext uri="{FF2B5EF4-FFF2-40B4-BE49-F238E27FC236}">
                <a16:creationId xmlns:a16="http://schemas.microsoft.com/office/drawing/2014/main" id="{A348DE35-E2A7-7D8F-9B0A-28D91B6A066C}"/>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T1_F">
            <a:extLst>
              <a:ext uri="{FF2B5EF4-FFF2-40B4-BE49-F238E27FC236}">
                <a16:creationId xmlns:a16="http://schemas.microsoft.com/office/drawing/2014/main" id="{91EE4E01-3088-138A-2314-21562147038F}"/>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5" name="!!T2_F">
            <a:extLst>
              <a:ext uri="{FF2B5EF4-FFF2-40B4-BE49-F238E27FC236}">
                <a16:creationId xmlns:a16="http://schemas.microsoft.com/office/drawing/2014/main" id="{71A757BC-BAE7-022F-4AA7-0B239548C6BF}"/>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6" name="!!T3_F">
            <a:extLst>
              <a:ext uri="{FF2B5EF4-FFF2-40B4-BE49-F238E27FC236}">
                <a16:creationId xmlns:a16="http://schemas.microsoft.com/office/drawing/2014/main" id="{ECC6096F-3D9A-0067-3C20-DEC6DC0A6AF3}"/>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4_F">
            <a:extLst>
              <a:ext uri="{FF2B5EF4-FFF2-40B4-BE49-F238E27FC236}">
                <a16:creationId xmlns:a16="http://schemas.microsoft.com/office/drawing/2014/main" id="{C941B8C9-5496-8321-C099-E8B57A2214FA}"/>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_F">
            <a:extLst>
              <a:ext uri="{FF2B5EF4-FFF2-40B4-BE49-F238E27FC236}">
                <a16:creationId xmlns:a16="http://schemas.microsoft.com/office/drawing/2014/main" id="{642BD025-000B-1FFB-EA12-B83DE9872C06}"/>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130002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Char"/>
      </p:transition>
    </mc:Choice>
    <mc:Fallback xmlns="">
      <p:transition spd="slow" advClick="0" advTm="2000">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1C120-B6DF-442C-E623-38D5BAE7E79F}"/>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2029B81D-207A-B2BF-738A-9F2D273FAD3C}"/>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a:t>
            </a:r>
            <a:r>
              <a:rPr lang="en-US" sz="4400" b="1" spc="1600" dirty="0">
                <a:solidFill>
                  <a:srgbClr val="9FC490"/>
                </a:solidFill>
                <a:latin typeface="American Typewriter" panose="02090604020004020304" pitchFamily="18" charset="77"/>
              </a:rPr>
              <a:t>G</a:t>
            </a:r>
          </a:p>
        </p:txBody>
      </p:sp>
      <p:sp>
        <p:nvSpPr>
          <p:cNvPr id="29" name="!!Counter">
            <a:extLst>
              <a:ext uri="{FF2B5EF4-FFF2-40B4-BE49-F238E27FC236}">
                <a16:creationId xmlns:a16="http://schemas.microsoft.com/office/drawing/2014/main" id="{2DAC0C2F-1528-E6D4-E83C-CA40B91877DD}"/>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2</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2" name="!!Commentary">
            <a:extLst>
              <a:ext uri="{FF2B5EF4-FFF2-40B4-BE49-F238E27FC236}">
                <a16:creationId xmlns:a16="http://schemas.microsoft.com/office/drawing/2014/main" id="{5708245D-76AC-6F4B-7AC4-BB793C572181}"/>
              </a:ext>
            </a:extLst>
          </p:cNvPr>
          <p:cNvSpPr txBox="1"/>
          <p:nvPr/>
        </p:nvSpPr>
        <p:spPr>
          <a:xfrm>
            <a:off x="2409671" y="4876800"/>
            <a:ext cx="7372659"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Here are all the Gs in the reference</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cxnSp>
        <p:nvCxnSpPr>
          <p:cNvPr id="28" name="Straight Arrow Connector 27">
            <a:extLst>
              <a:ext uri="{FF2B5EF4-FFF2-40B4-BE49-F238E27FC236}">
                <a16:creationId xmlns:a16="http://schemas.microsoft.com/office/drawing/2014/main" id="{4A11F805-5097-DF2B-A65C-EC07D32DF504}"/>
              </a:ext>
            </a:extLst>
          </p:cNvPr>
          <p:cNvCxnSpPr>
            <a:cxnSpLocks/>
          </p:cNvCxnSpPr>
          <p:nvPr/>
        </p:nvCxnSpPr>
        <p:spPr>
          <a:xfrm flipV="1">
            <a:off x="53340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F4DAA97-0852-B33E-7588-4691902C814A}"/>
              </a:ext>
            </a:extLst>
          </p:cNvPr>
          <p:cNvCxnSpPr>
            <a:cxnSpLocks/>
          </p:cNvCxnSpPr>
          <p:nvPr/>
        </p:nvCxnSpPr>
        <p:spPr>
          <a:xfrm flipV="1">
            <a:off x="66294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
        <p:nvSpPr>
          <p:cNvPr id="7" name="!!G2_REF">
            <a:extLst>
              <a:ext uri="{FF2B5EF4-FFF2-40B4-BE49-F238E27FC236}">
                <a16:creationId xmlns:a16="http://schemas.microsoft.com/office/drawing/2014/main" id="{7C41BF73-96BB-381F-59E5-2D131B6AA392}"/>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A37D315F-1E6E-3070-CF6E-EC6258981BAF}"/>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3E34D405-F6CD-67EE-4E0D-00C2F89DDAD3}"/>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C9324F4E-3CE3-0270-CD27-873DCCD41FCF}"/>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B8731545-3B99-657E-2DEA-BD03F5EE315A}"/>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BD896ADE-5B81-1B71-F23B-410233BB8F8F}"/>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AB17743E-044D-DDF9-A21A-E52EFDF5ECD6}"/>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FCB3648B-B3C6-BEC8-321B-42AE58D47C70}"/>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43B1BE29-71EB-0090-491B-7B9BBABAC4C3}"/>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18A1D086-9996-4D13-5D52-660FC9409146}"/>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4582D03A-0BCB-2EFF-565C-DDF0A014EE85}"/>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4966DD84-8F66-A72E-8194-A64DD2B12AC2}"/>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71AFB19B-9330-99DB-EACC-CC3119277CFD}"/>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9B826284-3188-F5AC-A610-489BE828C88B}"/>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C3D0BA0E-FFE3-D809-103D-9017C8166FF1}"/>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3FF0B43D-E983-E7DF-93CA-0E75245F5E06}"/>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C31A92E6-AADD-58CA-30B2-2435AE7EE688}"/>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DDD5A8D4-F34C-8FE9-4A8E-69FA550334E9}"/>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B77DF253-D186-8C59-A029-E9B74AF3F5F1}"/>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2F2D5EFA-A680-A50F-24F1-688E37A1A18F}"/>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9957D14C-081D-5717-2C1A-454D1EF565FB}"/>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CC6085B7-68CB-FD4C-04D5-F08A5F75C37E}"/>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338175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5BFFF-BD10-21A0-E5ED-D5CE2AD23A68}"/>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53DE63DF-853C-64B6-B141-359F11B06FF4}"/>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AT</a:t>
            </a:r>
            <a:r>
              <a:rPr lang="en-US" sz="4400" b="1" spc="1600" dirty="0">
                <a:solidFill>
                  <a:srgbClr val="9FC490"/>
                </a:solidFill>
                <a:latin typeface="American Typewriter" panose="02090604020004020304" pitchFamily="18" charset="77"/>
              </a:rPr>
              <a:t>G</a:t>
            </a:r>
          </a:p>
        </p:txBody>
      </p:sp>
      <p:sp>
        <p:nvSpPr>
          <p:cNvPr id="29" name="!!Counter">
            <a:extLst>
              <a:ext uri="{FF2B5EF4-FFF2-40B4-BE49-F238E27FC236}">
                <a16:creationId xmlns:a16="http://schemas.microsoft.com/office/drawing/2014/main" id="{0167F0DE-C8FE-659A-F785-4D3ECA604954}"/>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2</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7" name="!!RefSeq">
            <a:extLst>
              <a:ext uri="{FF2B5EF4-FFF2-40B4-BE49-F238E27FC236}">
                <a16:creationId xmlns:a16="http://schemas.microsoft.com/office/drawing/2014/main" id="{1B03ADF6-D391-2FE7-7CDB-8B27F62E96DD}"/>
              </a:ext>
            </a:extLst>
          </p:cNvPr>
          <p:cNvSpPr txBox="1"/>
          <p:nvPr/>
        </p:nvSpPr>
        <p:spPr>
          <a:xfrm>
            <a:off x="3600207" y="399818"/>
            <a:ext cx="4818178"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Look at previous letter</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 name="!!G2_REF">
            <a:extLst>
              <a:ext uri="{FF2B5EF4-FFF2-40B4-BE49-F238E27FC236}">
                <a16:creationId xmlns:a16="http://schemas.microsoft.com/office/drawing/2014/main" id="{562BF666-60F8-9650-4AD3-E15A676F155C}"/>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2813735F-D710-79B9-E98F-D3C59A4386F3}"/>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441E1F5F-034D-6A89-6654-E4B7B8331BD2}"/>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97DAC2A9-C28B-6A33-F510-7128041DD4C3}"/>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71C966CE-2D53-D58B-CC0B-D518EEEAC230}"/>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4032BE32-77E6-9FBE-E559-2D05D2716859}"/>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692A3AC8-24D9-DBF4-2A22-ACBAB65E889C}"/>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7C693FE8-071C-C19C-05A0-D07469F53470}"/>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A68FF426-673A-EE09-CB7A-968D93B35E14}"/>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3BCDDA17-0B54-C95A-3F28-F76E48E7E5A2}"/>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5A33F1D6-C987-ABCB-25AC-CAF14BE43295}"/>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9274D67C-8CA1-03FF-D72D-7182E7604A6B}"/>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B786F85C-EE4C-8320-DAC1-6E0CDDBA12CA}"/>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E237FA7A-922C-6EC7-36CE-BEFB49D5E22A}"/>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4F89FDBB-1A34-0330-72E1-7FED4829C6F8}"/>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F3F15321-BBEA-E6B8-2FBB-4C54A15FE051}"/>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081AE976-EA31-FFD8-80AC-31C969EF5AAD}"/>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ABDAEC66-CC09-1027-6A66-DF206B5B4978}"/>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51176BAA-1302-775D-ACA5-96A0A078B478}"/>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CD9354F5-A9B8-49A9-6718-C1101D14DEDA}"/>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A3B6C646-54A8-1AAE-8F75-E481BA4D11C1}"/>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6D5DFE08-12F0-C1D5-03F7-D26B0EAA097C}"/>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51" name="Straight Arrow Connector 50">
            <a:extLst>
              <a:ext uri="{FF2B5EF4-FFF2-40B4-BE49-F238E27FC236}">
                <a16:creationId xmlns:a16="http://schemas.microsoft.com/office/drawing/2014/main" id="{0BA2B9DB-AFD4-A326-7122-93E07EF0BA7D}"/>
              </a:ext>
            </a:extLst>
          </p:cNvPr>
          <p:cNvCxnSpPr>
            <a:cxnSpLocks/>
          </p:cNvCxnSpPr>
          <p:nvPr/>
        </p:nvCxnSpPr>
        <p:spPr>
          <a:xfrm flipV="1">
            <a:off x="53340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FCCBC677-5D8D-7AD8-53B6-121649EF0C0C}"/>
              </a:ext>
            </a:extLst>
          </p:cNvPr>
          <p:cNvCxnSpPr>
            <a:cxnSpLocks/>
          </p:cNvCxnSpPr>
          <p:nvPr/>
        </p:nvCxnSpPr>
        <p:spPr>
          <a:xfrm flipV="1">
            <a:off x="66294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0794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D2F8-E359-4FF9-B8E5-5A4121C9D69E}"/>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CEDEC010-4D47-14B5-BC58-1BC6EC55DAB2}"/>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a:t>
            </a:r>
            <a:r>
              <a:rPr lang="en-US" sz="4400" b="1" spc="1600" dirty="0">
                <a:solidFill>
                  <a:srgbClr val="9FC490"/>
                </a:solidFill>
                <a:latin typeface="American Typewriter" panose="02090604020004020304" pitchFamily="18" charset="77"/>
              </a:rPr>
              <a:t>TG</a:t>
            </a:r>
          </a:p>
        </p:txBody>
      </p:sp>
      <p:sp>
        <p:nvSpPr>
          <p:cNvPr id="29" name="!!Counter">
            <a:extLst>
              <a:ext uri="{FF2B5EF4-FFF2-40B4-BE49-F238E27FC236}">
                <a16:creationId xmlns:a16="http://schemas.microsoft.com/office/drawing/2014/main" id="{B60EEC18-7F25-0901-F265-667353F1FBF9}"/>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2</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7" name="!!RefSeq">
            <a:extLst>
              <a:ext uri="{FF2B5EF4-FFF2-40B4-BE49-F238E27FC236}">
                <a16:creationId xmlns:a16="http://schemas.microsoft.com/office/drawing/2014/main" id="{77E29071-572E-F5F5-56F3-E64A2F745B1D}"/>
              </a:ext>
            </a:extLst>
          </p:cNvPr>
          <p:cNvSpPr txBox="1"/>
          <p:nvPr/>
        </p:nvSpPr>
        <p:spPr>
          <a:xfrm>
            <a:off x="3600207" y="399818"/>
            <a:ext cx="4818178"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Look at previous letter</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 name="!!G2_REF">
            <a:extLst>
              <a:ext uri="{FF2B5EF4-FFF2-40B4-BE49-F238E27FC236}">
                <a16:creationId xmlns:a16="http://schemas.microsoft.com/office/drawing/2014/main" id="{A9D7B6FD-021B-6503-1FE8-196D0BB23595}"/>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A02EEA59-37D5-529B-DDB7-80C8D870D76B}"/>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6E787211-4034-28A4-1487-AB9509363ECE}"/>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D91F6E2F-D093-F5B2-DFE5-DD5CE664B4B7}"/>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92C03246-5618-D0BD-CFA2-C2EBE3CB04C3}"/>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F62DC9F1-B0CE-7BB6-651B-BE0837039D4C}"/>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23D26B54-C78E-6350-7BAD-EACAB1BC29E5}"/>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9B91201D-A9EB-0CC0-DEF7-398769E36D82}"/>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852415A4-1773-C7A5-AB13-614E01D1FBE8}"/>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4FF9C49C-CC8A-73D8-8C3B-3AA773F46993}"/>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27EE6610-B278-4188-D400-383DBF2BEC99}"/>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5DA0E71A-3BBE-AFEE-86ED-0704B4B25DE1}"/>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679FEE92-DFC6-5550-4BF2-6D5FC079EBD8}"/>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0881B201-8ADA-D356-BCD9-052CD3BA6767}"/>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2873A447-D481-780F-E185-C1F85CA430AC}"/>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4DD47659-46D7-D533-6A52-3B869CAB43A2}"/>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012EB7B2-ED2E-17F9-DAA8-98B24CCDDE6C}"/>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11B3C82D-06B9-DFA8-05A1-C9C79C186265}"/>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D370FAA7-6756-60DD-8668-F17FA6115777}"/>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AC92FF56-AE09-39DB-5954-4E1C14AD61D8}"/>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F0219D70-F9D4-F391-2087-34705B216668}"/>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4C8FB0EA-8A60-8900-ECB4-4DDF1437741C}"/>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51" name="Straight Arrow Connector 50">
            <a:extLst>
              <a:ext uri="{FF2B5EF4-FFF2-40B4-BE49-F238E27FC236}">
                <a16:creationId xmlns:a16="http://schemas.microsoft.com/office/drawing/2014/main" id="{F08FBA94-2226-2027-14C0-D4D7794A61E6}"/>
              </a:ext>
            </a:extLst>
          </p:cNvPr>
          <p:cNvCxnSpPr>
            <a:cxnSpLocks/>
          </p:cNvCxnSpPr>
          <p:nvPr/>
        </p:nvCxnSpPr>
        <p:spPr>
          <a:xfrm flipV="1">
            <a:off x="53340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731EA41F-9041-7836-76A6-206B0BA0D1E8}"/>
              </a:ext>
            </a:extLst>
          </p:cNvPr>
          <p:cNvCxnSpPr>
            <a:cxnSpLocks/>
          </p:cNvCxnSpPr>
          <p:nvPr/>
        </p:nvCxnSpPr>
        <p:spPr>
          <a:xfrm flipV="1">
            <a:off x="66294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680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Char"/>
      </p:transition>
    </mc:Choice>
    <mc:Fallback xmlns="">
      <p:transition spd="slow" advClick="0" advTm="2000">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8AD5F-C377-5723-DA85-54EA6977DF48}"/>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EFCA01FB-F6EE-34CD-57E0-655EA9D8E061}"/>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a:t>
            </a:r>
            <a:r>
              <a:rPr lang="en-US" sz="4400" b="1" spc="1600" dirty="0">
                <a:solidFill>
                  <a:srgbClr val="9FC490"/>
                </a:solidFill>
                <a:latin typeface="American Typewriter" panose="02090604020004020304" pitchFamily="18" charset="77"/>
              </a:rPr>
              <a:t>TG</a:t>
            </a:r>
          </a:p>
        </p:txBody>
      </p:sp>
      <p:sp>
        <p:nvSpPr>
          <p:cNvPr id="29" name="!!Counter">
            <a:extLst>
              <a:ext uri="{FF2B5EF4-FFF2-40B4-BE49-F238E27FC236}">
                <a16:creationId xmlns:a16="http://schemas.microsoft.com/office/drawing/2014/main" id="{01BD9616-4950-6C2C-8A8D-39A261838B99}"/>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3</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cxnSp>
        <p:nvCxnSpPr>
          <p:cNvPr id="28" name="Straight Arrow Connector 27">
            <a:extLst>
              <a:ext uri="{FF2B5EF4-FFF2-40B4-BE49-F238E27FC236}">
                <a16:creationId xmlns:a16="http://schemas.microsoft.com/office/drawing/2014/main" id="{737436BC-B3F3-5A4C-5D01-0D8B8E4B3D12}"/>
              </a:ext>
            </a:extLst>
          </p:cNvPr>
          <p:cNvCxnSpPr>
            <a:cxnSpLocks/>
          </p:cNvCxnSpPr>
          <p:nvPr/>
        </p:nvCxnSpPr>
        <p:spPr>
          <a:xfrm flipV="1">
            <a:off x="60198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B1CD479-3C50-EF0C-6127-639157909E19}"/>
              </a:ext>
            </a:extLst>
          </p:cNvPr>
          <p:cNvCxnSpPr>
            <a:cxnSpLocks/>
          </p:cNvCxnSpPr>
          <p:nvPr/>
        </p:nvCxnSpPr>
        <p:spPr>
          <a:xfrm flipV="1">
            <a:off x="66294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
        <p:nvSpPr>
          <p:cNvPr id="2" name="!!Commentary">
            <a:extLst>
              <a:ext uri="{FF2B5EF4-FFF2-40B4-BE49-F238E27FC236}">
                <a16:creationId xmlns:a16="http://schemas.microsoft.com/office/drawing/2014/main" id="{06ABEEA6-1521-A85A-04B3-A7AD56019F02}"/>
              </a:ext>
            </a:extLst>
          </p:cNvPr>
          <p:cNvSpPr txBox="1"/>
          <p:nvPr/>
        </p:nvSpPr>
        <p:spPr>
          <a:xfrm>
            <a:off x="1595008" y="4876800"/>
            <a:ext cx="9002016"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This range has all the G’s preceded by a T</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7" name="!!G2_REF">
            <a:extLst>
              <a:ext uri="{FF2B5EF4-FFF2-40B4-BE49-F238E27FC236}">
                <a16:creationId xmlns:a16="http://schemas.microsoft.com/office/drawing/2014/main" id="{415294B9-0CA8-0A72-5378-120643D3466B}"/>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9163F4CB-1996-7968-EACD-A9F121C39C6B}"/>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F21EE5C9-52C1-D74D-1A4D-65CFC3AE2D42}"/>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50B4179D-D55B-C45F-4758-E1C7725B0A5B}"/>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AF5E8204-D1A3-C2A1-DA21-C0E37C0EE2F6}"/>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7A8B11E1-7FEC-725E-55BE-AF3CCB52BBBD}"/>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E6810887-2D7F-D734-82FE-5DC2E077EC88}"/>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5B7D6377-FFA1-1406-2EC8-AE93D0F33649}"/>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43008513-66AB-13B1-77BE-E701C543D351}"/>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3172F574-5A6E-E37B-0D60-CF4044B94911}"/>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76565A17-FB31-23ED-5557-2D65423534B1}"/>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E957CC81-59A9-2AC7-7396-15B2D1C5F8EE}"/>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0EF09A58-C21A-3CC4-AB1A-B02F1578B46E}"/>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BA0A2B5B-EAA0-F78B-8021-FADEE60C6A1C}"/>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3A7B9FD3-56E2-67CE-2925-4E9C40E9D192}"/>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DD938126-E6A8-8A25-3183-A256258F850F}"/>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D8A6D8FF-1656-DAF2-FD6A-EDC913CA987A}"/>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906F25F6-DEE3-2222-07BA-019014487AD0}"/>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0C0B3383-5BFD-0D87-3DBB-871A53F171E7}"/>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1B3ECBAD-9E9E-5245-3AB3-A1E4D52555AA}"/>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F6D9F112-47D0-9686-4DA1-609BE3B31935}"/>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04AF4B84-F2FE-4FFF-0CDF-9D866AC7FA94}"/>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2717939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F81D-2601-B26B-316D-73DEFA34C266}"/>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A2EF3158-4C0D-14D0-FE62-66E0964DCB4D}"/>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a:t>
            </a:r>
            <a:r>
              <a:rPr lang="en-US" sz="4400" b="1" spc="1600" dirty="0">
                <a:solidFill>
                  <a:srgbClr val="9FC490"/>
                </a:solidFill>
                <a:latin typeface="American Typewriter" panose="02090604020004020304" pitchFamily="18" charset="77"/>
              </a:rPr>
              <a:t>TG</a:t>
            </a:r>
          </a:p>
        </p:txBody>
      </p:sp>
      <p:sp>
        <p:nvSpPr>
          <p:cNvPr id="29" name="!!Counter">
            <a:extLst>
              <a:ext uri="{FF2B5EF4-FFF2-40B4-BE49-F238E27FC236}">
                <a16:creationId xmlns:a16="http://schemas.microsoft.com/office/drawing/2014/main" id="{A7E547C7-2106-0F81-FE7B-8B3D70ECFFD2}"/>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3</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2" name="!!Commentary">
            <a:extLst>
              <a:ext uri="{FF2B5EF4-FFF2-40B4-BE49-F238E27FC236}">
                <a16:creationId xmlns:a16="http://schemas.microsoft.com/office/drawing/2014/main" id="{4DF41F63-EDFF-9F64-122F-FC117D3ABB2B}"/>
              </a:ext>
            </a:extLst>
          </p:cNvPr>
          <p:cNvSpPr txBox="1"/>
          <p:nvPr/>
        </p:nvSpPr>
        <p:spPr>
          <a:xfrm>
            <a:off x="1148788" y="4876800"/>
            <a:ext cx="9894505"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These are the second and third T’s in the BWT</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40" name="!!G2_REF">
            <a:extLst>
              <a:ext uri="{FF2B5EF4-FFF2-40B4-BE49-F238E27FC236}">
                <a16:creationId xmlns:a16="http://schemas.microsoft.com/office/drawing/2014/main" id="{325D40C9-3BB2-F117-1455-139B884DBC94}"/>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41" name="!!A1_BWT">
            <a:extLst>
              <a:ext uri="{FF2B5EF4-FFF2-40B4-BE49-F238E27FC236}">
                <a16:creationId xmlns:a16="http://schemas.microsoft.com/office/drawing/2014/main" id="{1DBF34E7-F245-761F-C22A-AE38DE2091D4}"/>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2" name="!!A2_BWT">
            <a:extLst>
              <a:ext uri="{FF2B5EF4-FFF2-40B4-BE49-F238E27FC236}">
                <a16:creationId xmlns:a16="http://schemas.microsoft.com/office/drawing/2014/main" id="{B9260174-449F-13CA-FEE2-1E396036E4E9}"/>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3" name="!!T1_BWT">
            <a:extLst>
              <a:ext uri="{FF2B5EF4-FFF2-40B4-BE49-F238E27FC236}">
                <a16:creationId xmlns:a16="http://schemas.microsoft.com/office/drawing/2014/main" id="{8D47AC0E-078B-0EBC-AA3B-C7B564381F37}"/>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T</a:t>
            </a:r>
          </a:p>
        </p:txBody>
      </p:sp>
      <p:sp>
        <p:nvSpPr>
          <p:cNvPr id="44" name="!!G1_BWT">
            <a:extLst>
              <a:ext uri="{FF2B5EF4-FFF2-40B4-BE49-F238E27FC236}">
                <a16:creationId xmlns:a16="http://schemas.microsoft.com/office/drawing/2014/main" id="{1C135C92-319B-E9E4-B6BC-A779761CE264}"/>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45" name="!!T2_BWT">
            <a:extLst>
              <a:ext uri="{FF2B5EF4-FFF2-40B4-BE49-F238E27FC236}">
                <a16:creationId xmlns:a16="http://schemas.microsoft.com/office/drawing/2014/main" id="{75696BBF-30B7-F777-16D4-2F0D57BB3657}"/>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6" name="!!T3_BWT">
            <a:extLst>
              <a:ext uri="{FF2B5EF4-FFF2-40B4-BE49-F238E27FC236}">
                <a16:creationId xmlns:a16="http://schemas.microsoft.com/office/drawing/2014/main" id="{1A043C5B-713D-5985-EEAE-565A3750A9D4}"/>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7" name="!!A4_BWT">
            <a:extLst>
              <a:ext uri="{FF2B5EF4-FFF2-40B4-BE49-F238E27FC236}">
                <a16:creationId xmlns:a16="http://schemas.microsoft.com/office/drawing/2014/main" id="{D442FEA4-33A3-8733-CF54-B11BA8AA355B}"/>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48" name="!!T4_BWT">
            <a:extLst>
              <a:ext uri="{FF2B5EF4-FFF2-40B4-BE49-F238E27FC236}">
                <a16:creationId xmlns:a16="http://schemas.microsoft.com/office/drawing/2014/main" id="{29F442D7-0A40-2E4A-8C78-AD91BC8267FA}"/>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T</a:t>
            </a:r>
          </a:p>
        </p:txBody>
      </p:sp>
      <p:sp>
        <p:nvSpPr>
          <p:cNvPr id="49" name="!!G3_BWT">
            <a:extLst>
              <a:ext uri="{FF2B5EF4-FFF2-40B4-BE49-F238E27FC236}">
                <a16:creationId xmlns:a16="http://schemas.microsoft.com/office/drawing/2014/main" id="{26160970-71D3-3E44-59A1-1BD6064C7C92}"/>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50" name="!!$_BWT">
            <a:extLst>
              <a:ext uri="{FF2B5EF4-FFF2-40B4-BE49-F238E27FC236}">
                <a16:creationId xmlns:a16="http://schemas.microsoft.com/office/drawing/2014/main" id="{5FC87625-159F-CF77-A3F8-71A5BB67878D}"/>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51" name="!!A1_F">
            <a:extLst>
              <a:ext uri="{FF2B5EF4-FFF2-40B4-BE49-F238E27FC236}">
                <a16:creationId xmlns:a16="http://schemas.microsoft.com/office/drawing/2014/main" id="{41C5A3F2-9315-036A-AB0D-AC8166A4DBA5}"/>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2" name="!!A2_F">
            <a:extLst>
              <a:ext uri="{FF2B5EF4-FFF2-40B4-BE49-F238E27FC236}">
                <a16:creationId xmlns:a16="http://schemas.microsoft.com/office/drawing/2014/main" id="{13DF611A-4559-D692-250E-E3125B299FDD}"/>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3" name="!!A3_F">
            <a:extLst>
              <a:ext uri="{FF2B5EF4-FFF2-40B4-BE49-F238E27FC236}">
                <a16:creationId xmlns:a16="http://schemas.microsoft.com/office/drawing/2014/main" id="{8CB4B6E4-7DF5-F360-3E93-6D6502B407B2}"/>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54" name="!!G1_F">
            <a:extLst>
              <a:ext uri="{FF2B5EF4-FFF2-40B4-BE49-F238E27FC236}">
                <a16:creationId xmlns:a16="http://schemas.microsoft.com/office/drawing/2014/main" id="{2FE8CA05-9B46-4CD8-DE74-7B6CDA390CDF}"/>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55" name="!!G2_F">
            <a:extLst>
              <a:ext uri="{FF2B5EF4-FFF2-40B4-BE49-F238E27FC236}">
                <a16:creationId xmlns:a16="http://schemas.microsoft.com/office/drawing/2014/main" id="{4C005778-3C2E-4E60-C85B-86771769CCF3}"/>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56" name="!!G3_F">
            <a:extLst>
              <a:ext uri="{FF2B5EF4-FFF2-40B4-BE49-F238E27FC236}">
                <a16:creationId xmlns:a16="http://schemas.microsoft.com/office/drawing/2014/main" id="{56492DBF-6A01-4D1F-0694-4B797D64F413}"/>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57" name="!!T1_F">
            <a:extLst>
              <a:ext uri="{FF2B5EF4-FFF2-40B4-BE49-F238E27FC236}">
                <a16:creationId xmlns:a16="http://schemas.microsoft.com/office/drawing/2014/main" id="{CC2BB058-9184-8525-12D2-FD59470F48AD}"/>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8" name="!!T2_F">
            <a:extLst>
              <a:ext uri="{FF2B5EF4-FFF2-40B4-BE49-F238E27FC236}">
                <a16:creationId xmlns:a16="http://schemas.microsoft.com/office/drawing/2014/main" id="{E49E5E8D-3941-4DDB-093B-1C5CDE0270EE}"/>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9" name="!!T3_F">
            <a:extLst>
              <a:ext uri="{FF2B5EF4-FFF2-40B4-BE49-F238E27FC236}">
                <a16:creationId xmlns:a16="http://schemas.microsoft.com/office/drawing/2014/main" id="{D2DF5020-39B2-462E-EF09-49B129436D5D}"/>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60" name="!!T4_F">
            <a:extLst>
              <a:ext uri="{FF2B5EF4-FFF2-40B4-BE49-F238E27FC236}">
                <a16:creationId xmlns:a16="http://schemas.microsoft.com/office/drawing/2014/main" id="{37E08757-87F8-798C-67BB-E020820D94F5}"/>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61" name="!!$_F">
            <a:extLst>
              <a:ext uri="{FF2B5EF4-FFF2-40B4-BE49-F238E27FC236}">
                <a16:creationId xmlns:a16="http://schemas.microsoft.com/office/drawing/2014/main" id="{7FF1A305-E5BB-46D2-604D-DE423637C190}"/>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62" name="Straight Arrow Connector 61">
            <a:extLst>
              <a:ext uri="{FF2B5EF4-FFF2-40B4-BE49-F238E27FC236}">
                <a16:creationId xmlns:a16="http://schemas.microsoft.com/office/drawing/2014/main" id="{1B4B5605-874C-868C-F11D-6A5C27DAE09D}"/>
              </a:ext>
            </a:extLst>
          </p:cNvPr>
          <p:cNvCxnSpPr>
            <a:cxnSpLocks/>
          </p:cNvCxnSpPr>
          <p:nvPr/>
        </p:nvCxnSpPr>
        <p:spPr>
          <a:xfrm flipV="1">
            <a:off x="60198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6789D02C-2D2B-51FB-5FC3-577F3D59A389}"/>
              </a:ext>
            </a:extLst>
          </p:cNvPr>
          <p:cNvCxnSpPr>
            <a:cxnSpLocks/>
          </p:cNvCxnSpPr>
          <p:nvPr/>
        </p:nvCxnSpPr>
        <p:spPr>
          <a:xfrm flipV="1">
            <a:off x="66294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6750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565E-4286-FA37-73C6-007103BA23E6}"/>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5CF14819-E083-46E6-9B94-FD9EDA61C37F}"/>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a:t>
            </a:r>
            <a:r>
              <a:rPr lang="en-US" sz="4400" b="1" spc="1600" dirty="0">
                <a:solidFill>
                  <a:srgbClr val="9FC490"/>
                </a:solidFill>
                <a:latin typeface="American Typewriter" panose="02090604020004020304" pitchFamily="18" charset="77"/>
              </a:rPr>
              <a:t>TG</a:t>
            </a:r>
          </a:p>
        </p:txBody>
      </p:sp>
      <p:sp>
        <p:nvSpPr>
          <p:cNvPr id="29" name="!!Counter">
            <a:extLst>
              <a:ext uri="{FF2B5EF4-FFF2-40B4-BE49-F238E27FC236}">
                <a16:creationId xmlns:a16="http://schemas.microsoft.com/office/drawing/2014/main" id="{484B7208-A144-DF28-938E-5B164AD0C9A6}"/>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4</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cxnSp>
        <p:nvCxnSpPr>
          <p:cNvPr id="28" name="Straight Arrow Connector 27">
            <a:extLst>
              <a:ext uri="{FF2B5EF4-FFF2-40B4-BE49-F238E27FC236}">
                <a16:creationId xmlns:a16="http://schemas.microsoft.com/office/drawing/2014/main" id="{580F2AF8-B2D0-D615-FE54-9EF63095F1F0}"/>
              </a:ext>
            </a:extLst>
          </p:cNvPr>
          <p:cNvCxnSpPr>
            <a:cxnSpLocks/>
          </p:cNvCxnSpPr>
          <p:nvPr/>
        </p:nvCxnSpPr>
        <p:spPr>
          <a:xfrm flipV="1">
            <a:off x="7848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DE04ABA-A155-9D2D-3A56-09C5F86CA97E}"/>
              </a:ext>
            </a:extLst>
          </p:cNvPr>
          <p:cNvCxnSpPr>
            <a:cxnSpLocks/>
          </p:cNvCxnSpPr>
          <p:nvPr/>
        </p:nvCxnSpPr>
        <p:spPr>
          <a:xfrm flipV="1">
            <a:off x="84582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
        <p:nvSpPr>
          <p:cNvPr id="2" name="!!Commentary">
            <a:extLst>
              <a:ext uri="{FF2B5EF4-FFF2-40B4-BE49-F238E27FC236}">
                <a16:creationId xmlns:a16="http://schemas.microsoft.com/office/drawing/2014/main" id="{A5D1B9EC-763B-6545-DF55-DBD60BE1BA86}"/>
              </a:ext>
            </a:extLst>
          </p:cNvPr>
          <p:cNvSpPr txBox="1"/>
          <p:nvPr/>
        </p:nvSpPr>
        <p:spPr>
          <a:xfrm>
            <a:off x="2210134" y="4876800"/>
            <a:ext cx="7771808"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In F, these are the corresponding T’s</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7" name="!!G2_REF">
            <a:extLst>
              <a:ext uri="{FF2B5EF4-FFF2-40B4-BE49-F238E27FC236}">
                <a16:creationId xmlns:a16="http://schemas.microsoft.com/office/drawing/2014/main" id="{D970416E-58C2-89E8-4DBB-A06AFC53244A}"/>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3B9D801E-CD34-1E5A-99BC-47338729C92C}"/>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B5A12CF8-8024-B950-CBF3-E976FFDA6FC1}"/>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8F9AFCC6-CF91-1443-8A8A-5062CCBA7492}"/>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9B571278-84CB-4C5E-AF59-F153BF28953D}"/>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A6D9A24D-ED06-EA79-21ED-6993961A7EF1}"/>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F5070E15-70BB-FB28-5510-AEAE2023AF16}"/>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58AB88EE-FE3B-FC56-B019-D2C88BCF5BC8}"/>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F6296FB2-FCF8-0EA9-09A3-3451AA9DDFC6}"/>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B7DEA65F-6A8E-DB05-4E4D-3B8FF784678A}"/>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CCE639D1-C9BA-D62C-2A37-A54C3560B03A}"/>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65AAF6EC-9A73-E141-E96D-D063C148757D}"/>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9C516AF3-148C-D0D0-B663-E0F95FE73D29}"/>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6E2FFE0E-DF3C-D5E5-3D10-DBE1BA12698E}"/>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37AFCD2F-3F16-1899-4AF4-1C092ECE0A01}"/>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F29DF38D-1EE5-3BA0-DB58-80C2BBE55644}"/>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FC5410ED-D57C-9FCB-A665-B66F7E5854E6}"/>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CC15AB46-0DAC-4E37-D895-EA3117DDB7F4}"/>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34117F45-4309-62C3-A67F-5D0B23606AB3}"/>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5F7D1DC6-0719-5549-C8D4-CBEB905CD375}"/>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5B1809E5-6D47-E51F-BE90-0BD4EA4E3137}"/>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23C6160B-196A-029E-6938-A7A1ED9D5667}"/>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255999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20654-F403-8056-C530-AC6F1F0C466A}"/>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2E352FBF-E67A-5722-0CD8-796CC8111537}"/>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spc="1600" dirty="0">
                <a:solidFill>
                  <a:srgbClr val="9FC490"/>
                </a:solidFill>
                <a:latin typeface="American Typewriter" panose="02090604020004020304" pitchFamily="18" charset="77"/>
              </a:rPr>
              <a:t>A</a:t>
            </a:r>
            <a:r>
              <a:rPr lang="en-US" sz="4400" b="1" spc="1600" dirty="0">
                <a:solidFill>
                  <a:srgbClr val="9FC490"/>
                </a:solidFill>
                <a:latin typeface="American Typewriter" panose="02090604020004020304" pitchFamily="18" charset="77"/>
              </a:rPr>
              <a:t>TG</a:t>
            </a:r>
          </a:p>
        </p:txBody>
      </p:sp>
      <p:sp>
        <p:nvSpPr>
          <p:cNvPr id="29" name="!!Counter">
            <a:extLst>
              <a:ext uri="{FF2B5EF4-FFF2-40B4-BE49-F238E27FC236}">
                <a16:creationId xmlns:a16="http://schemas.microsoft.com/office/drawing/2014/main" id="{85A5BDC7-E69D-1042-C2F6-1453D5796AE7}"/>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4</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7" name="!!RefSeq">
            <a:extLst>
              <a:ext uri="{FF2B5EF4-FFF2-40B4-BE49-F238E27FC236}">
                <a16:creationId xmlns:a16="http://schemas.microsoft.com/office/drawing/2014/main" id="{02BA8FEE-A105-665D-B29B-E78D3F8B903E}"/>
              </a:ext>
            </a:extLst>
          </p:cNvPr>
          <p:cNvSpPr txBox="1"/>
          <p:nvPr/>
        </p:nvSpPr>
        <p:spPr>
          <a:xfrm>
            <a:off x="3600207" y="399818"/>
            <a:ext cx="4818178"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Look at previous letter</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 name="!!G2_REF">
            <a:extLst>
              <a:ext uri="{FF2B5EF4-FFF2-40B4-BE49-F238E27FC236}">
                <a16:creationId xmlns:a16="http://schemas.microsoft.com/office/drawing/2014/main" id="{2DBD40CB-6E94-101A-1E6D-41D0FD61C705}"/>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D371B90B-F4EB-1076-71F8-96AB6F407FA8}"/>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61BAC10A-03F5-8623-C7B8-7E030DD60C44}"/>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D228AADB-A1D9-9C18-D6DE-AA6F779402A1}"/>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DE2CDFB1-B1FC-757D-2B93-326A2B4B44AC}"/>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AF63B219-3342-5D23-13F7-AA9C7BFFE007}"/>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065569DE-09DC-ED84-AEED-CE3FD0BC243B}"/>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F48BFF80-E121-01FC-CACD-71F1CFB6652C}"/>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F86BF083-1CC8-B2AB-FA9B-1201AC2B70EC}"/>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7C57B1A6-96A8-CEF2-F81C-896B2746DDA5}"/>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737BB053-9EA1-718F-B20E-EDA9AFA085A6}"/>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4CEC8086-FED1-557E-E81C-52C081D4AE6E}"/>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CC3A66E8-F3F9-E5BA-7F8E-E75252D39220}"/>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F1FB22EB-68F2-6DB9-8D6C-64A61586EB34}"/>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53B2BAD3-E1A0-DE5E-AD33-93BB3DAFA1D3}"/>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859D8D85-E238-B68F-EDB3-C82B517CC666}"/>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1DFB168B-4E59-762D-212C-6A394D92999E}"/>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F2A7C668-DFC0-68E2-6902-BC109A4A4E04}"/>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A2CF0F8C-18BE-8698-EBEF-BE37B5F1E97C}"/>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827DA547-EF3A-8C27-C3A8-52548144C9D7}"/>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600CEB1F-BE88-9066-6F48-FCDDD1202F45}"/>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6746EAB7-6ABA-A74E-AFA4-C1B50AD84F3A}"/>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51" name="Straight Arrow Connector 50">
            <a:extLst>
              <a:ext uri="{FF2B5EF4-FFF2-40B4-BE49-F238E27FC236}">
                <a16:creationId xmlns:a16="http://schemas.microsoft.com/office/drawing/2014/main" id="{DC48C65F-7FD1-57B1-A59B-987E31E9B90E}"/>
              </a:ext>
            </a:extLst>
          </p:cNvPr>
          <p:cNvCxnSpPr>
            <a:cxnSpLocks/>
          </p:cNvCxnSpPr>
          <p:nvPr/>
        </p:nvCxnSpPr>
        <p:spPr>
          <a:xfrm flipV="1">
            <a:off x="7848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FA33236D-F0F6-15B1-F6A6-C7E79B5B5BC5}"/>
              </a:ext>
            </a:extLst>
          </p:cNvPr>
          <p:cNvCxnSpPr>
            <a:cxnSpLocks/>
          </p:cNvCxnSpPr>
          <p:nvPr/>
        </p:nvCxnSpPr>
        <p:spPr>
          <a:xfrm flipV="1">
            <a:off x="84582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852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FD8EB-6399-2934-091F-390E5CE61AB9}"/>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C4996274-05D0-B754-9068-32E99675A4A3}"/>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0BE7D8A7-9BC8-A174-D02B-994458AC8963}"/>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4</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7" name="!!RefSeq">
            <a:extLst>
              <a:ext uri="{FF2B5EF4-FFF2-40B4-BE49-F238E27FC236}">
                <a16:creationId xmlns:a16="http://schemas.microsoft.com/office/drawing/2014/main" id="{96E26916-8725-BC14-2173-09F39377E750}"/>
              </a:ext>
            </a:extLst>
          </p:cNvPr>
          <p:cNvSpPr txBox="1"/>
          <p:nvPr/>
        </p:nvSpPr>
        <p:spPr>
          <a:xfrm>
            <a:off x="3600207" y="399818"/>
            <a:ext cx="4818178"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Look at previous letter</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2" name="!!G2_REF">
            <a:extLst>
              <a:ext uri="{FF2B5EF4-FFF2-40B4-BE49-F238E27FC236}">
                <a16:creationId xmlns:a16="http://schemas.microsoft.com/office/drawing/2014/main" id="{BA4A8E0A-E44D-129A-E92A-F0CB5C3767BB}"/>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A2213889-6E44-DF13-D181-4A1F708CCCA0}"/>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F4C785DC-7E8C-6281-511A-E71446E71F01}"/>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39A15C51-B8AD-A933-6DDF-99A03093131B}"/>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BD3E79D7-6C49-22E3-AFCC-BFC5AEADA6B1}"/>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8246A7FA-B3A8-255F-621F-B9642DDA8697}"/>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5CF9756B-A302-ACEB-A357-7CDFD9B6E24D}"/>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417D5BF0-E80C-BDC6-8D5A-7104B8BD797C}"/>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BF0FC4B6-58A9-3F76-7B75-A5CD8EAD6A2D}"/>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5A3DE52D-0A50-0032-07C5-ABBE59919E3C}"/>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891D46C8-3382-83E1-1028-2AA1BCF497D6}"/>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D0CF3399-2F33-C37B-C5F1-AF7A70DCB941}"/>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4E078F4A-1F2B-EE2C-9BB2-48631A7DC729}"/>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975AC148-8A44-0CB2-697D-F844C5C5E35F}"/>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2CC6A087-0736-67B8-5BB4-2321AB6D6E10}"/>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886DC5EE-F8AC-613F-79C8-888FCE2BF07E}"/>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BCFBD36D-D2A5-F4A5-3B25-EC84EE243D14}"/>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9B668E79-6035-E7FF-8FC7-C5B4CA2D2528}"/>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8154D910-86CD-CDC9-D93C-F09EE0B8547E}"/>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8430E6F6-2E25-61F4-E379-B70CA678C8C6}"/>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6FAC4DB7-9296-B24E-BBF5-3DCAB23D0299}"/>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A9D81B52-8F1F-4576-7AC4-5714BCCE7D0F}"/>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51" name="Straight Arrow Connector 50">
            <a:extLst>
              <a:ext uri="{FF2B5EF4-FFF2-40B4-BE49-F238E27FC236}">
                <a16:creationId xmlns:a16="http://schemas.microsoft.com/office/drawing/2014/main" id="{13C6A8B7-5712-2F10-5832-DA22BDC38F53}"/>
              </a:ext>
            </a:extLst>
          </p:cNvPr>
          <p:cNvCxnSpPr>
            <a:cxnSpLocks/>
          </p:cNvCxnSpPr>
          <p:nvPr/>
        </p:nvCxnSpPr>
        <p:spPr>
          <a:xfrm flipV="1">
            <a:off x="7848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B6805FA-8169-6545-31EB-BEB42507E29C}"/>
              </a:ext>
            </a:extLst>
          </p:cNvPr>
          <p:cNvCxnSpPr>
            <a:cxnSpLocks/>
          </p:cNvCxnSpPr>
          <p:nvPr/>
        </p:nvCxnSpPr>
        <p:spPr>
          <a:xfrm flipV="1">
            <a:off x="84582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8743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288A-F78E-06BE-0625-26F0131C2F02}"/>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A2A41702-B330-BEDF-5F54-DB79E4D0AC16}"/>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6269E2E0-F4A3-C3B9-981C-574F8CCA00E8}"/>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4</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cxnSp>
        <p:nvCxnSpPr>
          <p:cNvPr id="28" name="Straight Arrow Connector 27">
            <a:extLst>
              <a:ext uri="{FF2B5EF4-FFF2-40B4-BE49-F238E27FC236}">
                <a16:creationId xmlns:a16="http://schemas.microsoft.com/office/drawing/2014/main" id="{FABB26F1-B99F-0DA1-2070-A027BDA6EF3F}"/>
              </a:ext>
            </a:extLst>
          </p:cNvPr>
          <p:cNvCxnSpPr>
            <a:cxnSpLocks/>
          </p:cNvCxnSpPr>
          <p:nvPr/>
        </p:nvCxnSpPr>
        <p:spPr>
          <a:xfrm flipV="1">
            <a:off x="7848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9E6540E-4451-1C27-85D6-7FA4D92B027C}"/>
              </a:ext>
            </a:extLst>
          </p:cNvPr>
          <p:cNvCxnSpPr>
            <a:cxnSpLocks/>
          </p:cNvCxnSpPr>
          <p:nvPr/>
        </p:nvCxnSpPr>
        <p:spPr>
          <a:xfrm flipV="1">
            <a:off x="84582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
        <p:nvSpPr>
          <p:cNvPr id="2" name="!!Commentary">
            <a:extLst>
              <a:ext uri="{FF2B5EF4-FFF2-40B4-BE49-F238E27FC236}">
                <a16:creationId xmlns:a16="http://schemas.microsoft.com/office/drawing/2014/main" id="{93AC26FD-C6F3-1105-F1D6-8985AB8860D8}"/>
              </a:ext>
            </a:extLst>
          </p:cNvPr>
          <p:cNvSpPr txBox="1"/>
          <p:nvPr/>
        </p:nvSpPr>
        <p:spPr>
          <a:xfrm>
            <a:off x="1311084" y="4876800"/>
            <a:ext cx="9569864"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This range has all the TG’s preceded by an A</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7" name="!!G2_REF">
            <a:extLst>
              <a:ext uri="{FF2B5EF4-FFF2-40B4-BE49-F238E27FC236}">
                <a16:creationId xmlns:a16="http://schemas.microsoft.com/office/drawing/2014/main" id="{564BCF8A-2BB9-90ED-E4CB-64796D5F70AD}"/>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9D6E8661-D0CB-2F04-128F-2E1B5C0A32D0}"/>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A7FEB1A2-EA8F-63D7-EF12-0E3C1A441245}"/>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03B01203-5588-0063-8149-225D6B00B619}"/>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01652CBD-3334-8709-90B3-5BEC11073FEC}"/>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19C6843E-40BE-D774-5317-BCE08CCE2424}"/>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C207D05C-71D3-7798-0F9F-5A77D7682252}"/>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316D83F7-2E35-0FCF-4920-5A5202859ADD}"/>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97C2FE06-A159-AA13-053E-83AAF734E4C3}"/>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1C33EE6F-5EA2-2D8B-8867-04D54DDB7817}"/>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36E8B19A-32BA-5BC4-F8FC-5DA4CB9A299B}"/>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01877A08-F534-2C89-5C13-168AE9D9CBD4}"/>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791C6891-D534-0FF9-3F01-30BD1E0827F4}"/>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CA2A1E15-3645-6F62-13D9-7FAE62D32281}"/>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117897F9-7F5E-7646-E537-23F6E1A0746F}"/>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789E4C59-6BD2-FB65-3FDD-F491C76E440A}"/>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DDD54330-0326-4489-1B92-0DF6DBE0CEE9}"/>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CEC0D3E4-D9E4-D005-107B-5AE21CB20D07}"/>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C683D471-8AE3-56FB-730F-B2A3553CE5EA}"/>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5C75C87F-C7F0-D8F4-5845-01862E000DD6}"/>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9867A2C8-1394-76F2-C269-B739AE40A595}"/>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E5837628-9A25-4FEA-20AA-FC6F27ADA279}"/>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2728306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44E70-27C3-AA76-B7A8-0A37768878BA}"/>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058D5983-7F08-2938-54B5-C3797FFAE2E5}"/>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50FC81CD-6A3F-72E4-EC7F-7849B243712E}"/>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5</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cxnSp>
        <p:nvCxnSpPr>
          <p:cNvPr id="28" name="Straight Arrow Connector 27">
            <a:extLst>
              <a:ext uri="{FF2B5EF4-FFF2-40B4-BE49-F238E27FC236}">
                <a16:creationId xmlns:a16="http://schemas.microsoft.com/office/drawing/2014/main" id="{6F4E9980-552B-867D-A8CF-8D85310579C4}"/>
              </a:ext>
            </a:extLst>
          </p:cNvPr>
          <p:cNvCxnSpPr>
            <a:cxnSpLocks/>
          </p:cNvCxnSpPr>
          <p:nvPr/>
        </p:nvCxnSpPr>
        <p:spPr>
          <a:xfrm flipV="1">
            <a:off x="7848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AB6352DA-9F6E-8575-2C3C-3D5C3ECE0325}"/>
              </a:ext>
            </a:extLst>
          </p:cNvPr>
          <p:cNvCxnSpPr>
            <a:cxnSpLocks/>
          </p:cNvCxnSpPr>
          <p:nvPr/>
        </p:nvCxnSpPr>
        <p:spPr>
          <a:xfrm flipV="1">
            <a:off x="84582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
        <p:nvSpPr>
          <p:cNvPr id="2" name="!!Commentary">
            <a:extLst>
              <a:ext uri="{FF2B5EF4-FFF2-40B4-BE49-F238E27FC236}">
                <a16:creationId xmlns:a16="http://schemas.microsoft.com/office/drawing/2014/main" id="{D39955C8-2633-6F55-9106-918B8B612702}"/>
              </a:ext>
            </a:extLst>
          </p:cNvPr>
          <p:cNvSpPr txBox="1"/>
          <p:nvPr/>
        </p:nvSpPr>
        <p:spPr>
          <a:xfrm>
            <a:off x="792175" y="4876800"/>
            <a:ext cx="10607712"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These A’s are the second and third A’s in the BWT</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7" name="!!G2_REF">
            <a:extLst>
              <a:ext uri="{FF2B5EF4-FFF2-40B4-BE49-F238E27FC236}">
                <a16:creationId xmlns:a16="http://schemas.microsoft.com/office/drawing/2014/main" id="{6C352D21-51BF-DC5F-495B-59C7F7E9E51A}"/>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6632D21A-03E0-F2FA-3CA3-F36459DED8B5}"/>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15724555-35F0-8F13-F3B5-5FF2A5BF58B8}"/>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4C279F2C-1268-08BE-039A-B205FBB7C64D}"/>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A7E7D191-763F-BE05-E4AB-841D6ED2FB85}"/>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0589A9D0-BF4C-536E-248A-AF4FC5D4637E}"/>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50225055-AA67-065F-0E8F-5F14E4581796}"/>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A38D843D-17DF-D566-3E1E-7F6C75548569}"/>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b="1"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3A3566B0-4AFF-526C-2B47-FAA8DB7EF59B}"/>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3A1B514F-8EF8-13FB-544C-2C5D61812644}"/>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F0135BD1-2E8D-C01F-D2CC-C39E7EBC41DF}"/>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3B3A9DB1-146B-70AA-391B-2D33A28FD26A}"/>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FC73458A-979A-453B-F87B-9F6551C81FC7}"/>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4E1A3AD1-5FC1-4652-79E2-B8B8BB05D94B}"/>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CE360DE3-1D64-5FFB-FB26-C21EE362AD4B}"/>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8C62BEAC-349B-083C-83C1-F393D34743B8}"/>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50307B7B-5621-2F1B-8257-DBC32CA7E87A}"/>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06C11B22-4F46-98D4-F9B7-6D8F0F1E94B2}"/>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6957AE8B-227D-9F9B-1A1C-A037F8CE6B74}"/>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7C5EEC95-1D28-7F2C-C37C-70CDC99F9EBA}"/>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E99E4568-F718-FA37-1AD2-874BFE14E72C}"/>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037BFDD6-144F-7E02-B84A-BBF55AFC92BD}"/>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752413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EEBFF-FBEF-4CD2-41BC-AF8F6F2A2F2B}"/>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2FD662F7-8F7F-78F2-0FA6-449C0485B71A}"/>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C7E1C4E8-14EE-3928-949D-C7D46095F85C}"/>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6</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cxnSp>
        <p:nvCxnSpPr>
          <p:cNvPr id="28" name="Straight Arrow Connector 27">
            <a:extLst>
              <a:ext uri="{FF2B5EF4-FFF2-40B4-BE49-F238E27FC236}">
                <a16:creationId xmlns:a16="http://schemas.microsoft.com/office/drawing/2014/main" id="{11ACDDCB-06FE-9E33-F930-9C20EFF62799}"/>
              </a:ext>
            </a:extLst>
          </p:cNvPr>
          <p:cNvCxnSpPr>
            <a:cxnSpLocks/>
          </p:cNvCxnSpPr>
          <p:nvPr/>
        </p:nvCxnSpPr>
        <p:spPr>
          <a:xfrm flipV="1">
            <a:off x="41148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2238B0CF-8E26-92AD-6990-99E82D233408}"/>
              </a:ext>
            </a:extLst>
          </p:cNvPr>
          <p:cNvCxnSpPr>
            <a:cxnSpLocks/>
          </p:cNvCxnSpPr>
          <p:nvPr/>
        </p:nvCxnSpPr>
        <p:spPr>
          <a:xfrm flipV="1">
            <a:off x="4800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
        <p:nvSpPr>
          <p:cNvPr id="7" name="!!G2_REF">
            <a:extLst>
              <a:ext uri="{FF2B5EF4-FFF2-40B4-BE49-F238E27FC236}">
                <a16:creationId xmlns:a16="http://schemas.microsoft.com/office/drawing/2014/main" id="{AC87F71F-5CF7-64BE-EC2B-0123D8B9A58F}"/>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417468CE-4D9E-54A7-AD2B-376CDB30ED7F}"/>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16311F71-4939-EF2E-C71E-DC8EE490DEF2}"/>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5546A190-E764-DA4F-147C-629043A19AC1}"/>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DD551814-EF08-02A6-27DB-172BEB6636FF}"/>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A31E5DFC-6D0A-A122-4944-3C9A79DC896D}"/>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8E0D10BE-76CC-2FD5-136E-98C5949C508D}"/>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97443C91-7DC3-2E77-4A55-6A458CE60D2D}"/>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9064E281-F043-4889-2AD4-AB8B686EFEB2}"/>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BE1ECE0D-5CBA-0DEB-83BA-D6FC76FF0FBD}"/>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1E9B7327-9485-7A2E-F54E-1A51DF149237}"/>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4B986DC6-9315-6959-A3B1-CE62086ECA83}"/>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16CBA091-D38F-5B61-CFF0-D87460240CAB}"/>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E21A4436-B8D5-99C1-3AC7-F52D89437E66}"/>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60CBB749-A6CA-FA11-93F4-09CDC51826DE}"/>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6DCFD928-6AC1-F89D-E0F5-8A3440D51B87}"/>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CED4E67C-12FD-E290-E08A-D16F98D3A4F4}"/>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65C83E84-3778-D3F3-EC8F-3AD7CBE4E999}"/>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A9FB335D-10FE-8836-CAA2-AE0148D97879}"/>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286E278A-8627-1EEB-CAFD-64064E1B2471}"/>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66F9D6BA-FAF3-D48C-2EB5-6D8E630298DF}"/>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53A52568-0063-B781-B1A4-90A09960914E}"/>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Tree>
    <p:extLst>
      <p:ext uri="{BB962C8B-B14F-4D97-AF65-F5344CB8AC3E}">
        <p14:creationId xmlns:p14="http://schemas.microsoft.com/office/powerpoint/2010/main" val="1231670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A5ED-1816-B6DC-C3EE-B6599A68C10A}"/>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B0F80640-E53B-51F2-D78B-ACA6AEFD0298}"/>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4368B543-5A84-6229-7FA8-81D8111998DF}"/>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6</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2" name="!!RefSeq">
            <a:extLst>
              <a:ext uri="{FF2B5EF4-FFF2-40B4-BE49-F238E27FC236}">
                <a16:creationId xmlns:a16="http://schemas.microsoft.com/office/drawing/2014/main" id="{693A4C82-1651-79B4-5F5D-ABDB5796119D}"/>
              </a:ext>
            </a:extLst>
          </p:cNvPr>
          <p:cNvSpPr txBox="1"/>
          <p:nvPr/>
        </p:nvSpPr>
        <p:spPr>
          <a:xfrm>
            <a:off x="3924820" y="399818"/>
            <a:ext cx="4168963"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No more letters left</a:t>
            </a:r>
            <a:endParaRPr lang="en-US" sz="3800" i="1" baseline="30000" dirty="0">
              <a:solidFill>
                <a:srgbClr val="9FC490"/>
              </a:solidFill>
              <a:latin typeface="Helvetica Neue Light" panose="02000403000000020004" pitchFamily="2" charset="0"/>
              <a:ea typeface="Helvetica Neue Light" panose="02000403000000020004" pitchFamily="2" charset="0"/>
            </a:endParaRPr>
          </a:p>
        </p:txBody>
      </p:sp>
      <p:sp>
        <p:nvSpPr>
          <p:cNvPr id="7" name="!!G2_REF">
            <a:extLst>
              <a:ext uri="{FF2B5EF4-FFF2-40B4-BE49-F238E27FC236}">
                <a16:creationId xmlns:a16="http://schemas.microsoft.com/office/drawing/2014/main" id="{E58BDE0B-614A-54DE-AA18-EEAD003DBE17}"/>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27" name="!!A1_BWT">
            <a:extLst>
              <a:ext uri="{FF2B5EF4-FFF2-40B4-BE49-F238E27FC236}">
                <a16:creationId xmlns:a16="http://schemas.microsoft.com/office/drawing/2014/main" id="{530F7674-3335-034C-DEF0-2B82599E97D5}"/>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1" name="!!A2_BWT">
            <a:extLst>
              <a:ext uri="{FF2B5EF4-FFF2-40B4-BE49-F238E27FC236}">
                <a16:creationId xmlns:a16="http://schemas.microsoft.com/office/drawing/2014/main" id="{C36A6611-4357-CF8F-5ABB-115776B9D710}"/>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2" name="!!T1_BWT">
            <a:extLst>
              <a:ext uri="{FF2B5EF4-FFF2-40B4-BE49-F238E27FC236}">
                <a16:creationId xmlns:a16="http://schemas.microsoft.com/office/drawing/2014/main" id="{521123EA-8688-6BD2-B392-9A924DF3C46C}"/>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3" name="!!G1_BWT">
            <a:extLst>
              <a:ext uri="{FF2B5EF4-FFF2-40B4-BE49-F238E27FC236}">
                <a16:creationId xmlns:a16="http://schemas.microsoft.com/office/drawing/2014/main" id="{CF7B7647-EAD0-3C52-5066-03F8DEF9823E}"/>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4" name="!!T2_BWT">
            <a:extLst>
              <a:ext uri="{FF2B5EF4-FFF2-40B4-BE49-F238E27FC236}">
                <a16:creationId xmlns:a16="http://schemas.microsoft.com/office/drawing/2014/main" id="{E4D72010-2453-81C4-D848-57D63C27CEEF}"/>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T3_BWT">
            <a:extLst>
              <a:ext uri="{FF2B5EF4-FFF2-40B4-BE49-F238E27FC236}">
                <a16:creationId xmlns:a16="http://schemas.microsoft.com/office/drawing/2014/main" id="{3CE61A0F-A593-90DF-5946-9B329F0ABCE7}"/>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6" name="!!A4_BWT">
            <a:extLst>
              <a:ext uri="{FF2B5EF4-FFF2-40B4-BE49-F238E27FC236}">
                <a16:creationId xmlns:a16="http://schemas.microsoft.com/office/drawing/2014/main" id="{9B08ECE7-B226-72E7-89B1-89F10A34FB16}"/>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7" name="!!T4_BWT">
            <a:extLst>
              <a:ext uri="{FF2B5EF4-FFF2-40B4-BE49-F238E27FC236}">
                <a16:creationId xmlns:a16="http://schemas.microsoft.com/office/drawing/2014/main" id="{21C40EC9-8082-ED84-A547-FC4D9123219F}"/>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G3_BWT">
            <a:extLst>
              <a:ext uri="{FF2B5EF4-FFF2-40B4-BE49-F238E27FC236}">
                <a16:creationId xmlns:a16="http://schemas.microsoft.com/office/drawing/2014/main" id="{BBAD77B8-04E6-02DA-C3A0-A6A38B9F91AE}"/>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9" name="!!$_BWT">
            <a:extLst>
              <a:ext uri="{FF2B5EF4-FFF2-40B4-BE49-F238E27FC236}">
                <a16:creationId xmlns:a16="http://schemas.microsoft.com/office/drawing/2014/main" id="{8B35D20A-9354-0B2E-654C-A5656B6A04A1}"/>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0" name="!!A1_F">
            <a:extLst>
              <a:ext uri="{FF2B5EF4-FFF2-40B4-BE49-F238E27FC236}">
                <a16:creationId xmlns:a16="http://schemas.microsoft.com/office/drawing/2014/main" id="{DFDDF5D3-E49A-BE38-359B-F3EE237F7BBF}"/>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1" name="!!A2_F">
            <a:extLst>
              <a:ext uri="{FF2B5EF4-FFF2-40B4-BE49-F238E27FC236}">
                <a16:creationId xmlns:a16="http://schemas.microsoft.com/office/drawing/2014/main" id="{259B44C6-F708-8020-6CA9-564BF8487CF7}"/>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A</a:t>
            </a:r>
          </a:p>
        </p:txBody>
      </p:sp>
      <p:sp>
        <p:nvSpPr>
          <p:cNvPr id="42" name="!!A3_F">
            <a:extLst>
              <a:ext uri="{FF2B5EF4-FFF2-40B4-BE49-F238E27FC236}">
                <a16:creationId xmlns:a16="http://schemas.microsoft.com/office/drawing/2014/main" id="{BB37EDEA-F59E-9237-4366-BD257B0569B3}"/>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b="1" spc="1600" dirty="0">
                <a:solidFill>
                  <a:srgbClr val="247BA0"/>
                </a:solidFill>
                <a:latin typeface="American Typewriter" panose="02090604020004020304" pitchFamily="18" charset="77"/>
              </a:rPr>
              <a:t>A</a:t>
            </a:r>
          </a:p>
        </p:txBody>
      </p:sp>
      <p:sp>
        <p:nvSpPr>
          <p:cNvPr id="43" name="!!G1_F">
            <a:extLst>
              <a:ext uri="{FF2B5EF4-FFF2-40B4-BE49-F238E27FC236}">
                <a16:creationId xmlns:a16="http://schemas.microsoft.com/office/drawing/2014/main" id="{5B38CB1B-737E-6A56-3BB2-6908F6F06BC8}"/>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4" name="!!G2_F">
            <a:extLst>
              <a:ext uri="{FF2B5EF4-FFF2-40B4-BE49-F238E27FC236}">
                <a16:creationId xmlns:a16="http://schemas.microsoft.com/office/drawing/2014/main" id="{611398ED-995C-C96B-820B-F27DFF406AC7}"/>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5" name="!!G3_F">
            <a:extLst>
              <a:ext uri="{FF2B5EF4-FFF2-40B4-BE49-F238E27FC236}">
                <a16:creationId xmlns:a16="http://schemas.microsoft.com/office/drawing/2014/main" id="{BDCEB853-CED6-67C1-E6DC-0CF42B18481C}"/>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T1_F">
            <a:extLst>
              <a:ext uri="{FF2B5EF4-FFF2-40B4-BE49-F238E27FC236}">
                <a16:creationId xmlns:a16="http://schemas.microsoft.com/office/drawing/2014/main" id="{B8CB4C65-2C8A-22F5-B1BE-2C5A08D8015D}"/>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7" name="!!T2_F">
            <a:extLst>
              <a:ext uri="{FF2B5EF4-FFF2-40B4-BE49-F238E27FC236}">
                <a16:creationId xmlns:a16="http://schemas.microsoft.com/office/drawing/2014/main" id="{0DA03046-9C3F-17D3-2F82-B6A5EC381460}"/>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8" name="!!T3_F">
            <a:extLst>
              <a:ext uri="{FF2B5EF4-FFF2-40B4-BE49-F238E27FC236}">
                <a16:creationId xmlns:a16="http://schemas.microsoft.com/office/drawing/2014/main" id="{A9F5D62E-4C08-B3C0-4CC3-C0A44889400A}"/>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4_F">
            <a:extLst>
              <a:ext uri="{FF2B5EF4-FFF2-40B4-BE49-F238E27FC236}">
                <a16:creationId xmlns:a16="http://schemas.microsoft.com/office/drawing/2014/main" id="{E92F7143-B9E9-16D3-61C4-22EEF9E143AB}"/>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_F">
            <a:extLst>
              <a:ext uri="{FF2B5EF4-FFF2-40B4-BE49-F238E27FC236}">
                <a16:creationId xmlns:a16="http://schemas.microsoft.com/office/drawing/2014/main" id="{04304E80-4E36-35F3-8564-71B5353AE8E5}"/>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3" name="Straight Arrow Connector 2">
            <a:extLst>
              <a:ext uri="{FF2B5EF4-FFF2-40B4-BE49-F238E27FC236}">
                <a16:creationId xmlns:a16="http://schemas.microsoft.com/office/drawing/2014/main" id="{27FAB44F-58E5-A787-1023-99AE774C4AB2}"/>
              </a:ext>
            </a:extLst>
          </p:cNvPr>
          <p:cNvCxnSpPr>
            <a:cxnSpLocks/>
          </p:cNvCxnSpPr>
          <p:nvPr/>
        </p:nvCxnSpPr>
        <p:spPr>
          <a:xfrm flipV="1">
            <a:off x="41148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21567324-30FD-CC22-EDFF-64106CDAC3B2}"/>
              </a:ext>
            </a:extLst>
          </p:cNvPr>
          <p:cNvCxnSpPr>
            <a:cxnSpLocks/>
          </p:cNvCxnSpPr>
          <p:nvPr/>
        </p:nvCxnSpPr>
        <p:spPr>
          <a:xfrm flipV="1">
            <a:off x="4800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6949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274E0-4A98-0ED0-E79C-76A59D7F5911}"/>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23CC0A16-6A69-DEF2-2214-3F7CEA53E2A8}"/>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5F13F463-251B-9DAF-D02A-D29181C8BE83}"/>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6</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7" name="!!A5">
            <a:extLst>
              <a:ext uri="{FF2B5EF4-FFF2-40B4-BE49-F238E27FC236}">
                <a16:creationId xmlns:a16="http://schemas.microsoft.com/office/drawing/2014/main" id="{18BA4403-2007-4F42-7957-35542C2FABB5}"/>
              </a:ext>
            </a:extLst>
          </p:cNvPr>
          <p:cNvSpPr txBox="1">
            <a:spLocks noChangeAspect="1"/>
          </p:cNvSpPr>
          <p:nvPr/>
        </p:nvSpPr>
        <p:spPr>
          <a:xfrm>
            <a:off x="3810000" y="4584192"/>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27" name="!!A5">
            <a:extLst>
              <a:ext uri="{FF2B5EF4-FFF2-40B4-BE49-F238E27FC236}">
                <a16:creationId xmlns:a16="http://schemas.microsoft.com/office/drawing/2014/main" id="{9FB0335E-9622-D603-05A5-26953AF94068}"/>
              </a:ext>
            </a:extLst>
          </p:cNvPr>
          <p:cNvSpPr txBox="1">
            <a:spLocks noChangeAspect="1"/>
          </p:cNvSpPr>
          <p:nvPr/>
        </p:nvSpPr>
        <p:spPr>
          <a:xfrm>
            <a:off x="4466929" y="4584192"/>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31" name="!!Commentary">
            <a:extLst>
              <a:ext uri="{FF2B5EF4-FFF2-40B4-BE49-F238E27FC236}">
                <a16:creationId xmlns:a16="http://schemas.microsoft.com/office/drawing/2014/main" id="{D3C69F8E-23DE-B4FE-942B-AFC04C36BAD0}"/>
              </a:ext>
            </a:extLst>
          </p:cNvPr>
          <p:cNvSpPr txBox="1"/>
          <p:nvPr/>
        </p:nvSpPr>
        <p:spPr>
          <a:xfrm>
            <a:off x="3132049" y="5342692"/>
            <a:ext cx="5927969" cy="677108"/>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That’s it – there are 2 ATG’s</a:t>
            </a:r>
          </a:p>
        </p:txBody>
      </p:sp>
      <p:sp>
        <p:nvSpPr>
          <p:cNvPr id="2" name="!!G2_REF">
            <a:extLst>
              <a:ext uri="{FF2B5EF4-FFF2-40B4-BE49-F238E27FC236}">
                <a16:creationId xmlns:a16="http://schemas.microsoft.com/office/drawing/2014/main" id="{49AEFFAC-E528-ED52-2002-2C4B2A2FD64A}"/>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2" name="!!A1_BWT">
            <a:extLst>
              <a:ext uri="{FF2B5EF4-FFF2-40B4-BE49-F238E27FC236}">
                <a16:creationId xmlns:a16="http://schemas.microsoft.com/office/drawing/2014/main" id="{0E9718AA-7CC5-E54D-4E97-58B66FAEB1D2}"/>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3" name="!!A2_BWT">
            <a:extLst>
              <a:ext uri="{FF2B5EF4-FFF2-40B4-BE49-F238E27FC236}">
                <a16:creationId xmlns:a16="http://schemas.microsoft.com/office/drawing/2014/main" id="{AAA67751-7136-C15F-4EAE-540506E51D3A}"/>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4" name="!!T1_BWT">
            <a:extLst>
              <a:ext uri="{FF2B5EF4-FFF2-40B4-BE49-F238E27FC236}">
                <a16:creationId xmlns:a16="http://schemas.microsoft.com/office/drawing/2014/main" id="{3D796B6B-25CB-6DE8-34E3-798A5A89D32F}"/>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G1_BWT">
            <a:extLst>
              <a:ext uri="{FF2B5EF4-FFF2-40B4-BE49-F238E27FC236}">
                <a16:creationId xmlns:a16="http://schemas.microsoft.com/office/drawing/2014/main" id="{8EF199BF-B531-6260-C8AF-F93626B2F051}"/>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6" name="!!T2_BWT">
            <a:extLst>
              <a:ext uri="{FF2B5EF4-FFF2-40B4-BE49-F238E27FC236}">
                <a16:creationId xmlns:a16="http://schemas.microsoft.com/office/drawing/2014/main" id="{2E5B323E-C238-ADDF-BBCB-BD1CAE978892}"/>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7" name="!!T3_BWT">
            <a:extLst>
              <a:ext uri="{FF2B5EF4-FFF2-40B4-BE49-F238E27FC236}">
                <a16:creationId xmlns:a16="http://schemas.microsoft.com/office/drawing/2014/main" id="{B501D2DF-07AE-D2F8-4754-41D5710954C0}"/>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A4_BWT">
            <a:extLst>
              <a:ext uri="{FF2B5EF4-FFF2-40B4-BE49-F238E27FC236}">
                <a16:creationId xmlns:a16="http://schemas.microsoft.com/office/drawing/2014/main" id="{7D6D5D3E-764A-E967-798C-EF0B6478D582}"/>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9" name="!!T4_BWT">
            <a:extLst>
              <a:ext uri="{FF2B5EF4-FFF2-40B4-BE49-F238E27FC236}">
                <a16:creationId xmlns:a16="http://schemas.microsoft.com/office/drawing/2014/main" id="{2C28C0A0-DC6E-2DB8-47E1-CC037802FD8A}"/>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0" name="!!G3_BWT">
            <a:extLst>
              <a:ext uri="{FF2B5EF4-FFF2-40B4-BE49-F238E27FC236}">
                <a16:creationId xmlns:a16="http://schemas.microsoft.com/office/drawing/2014/main" id="{037A111C-53D2-9355-ECC5-F6A69B474F59}"/>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41" name="!!$_BWT">
            <a:extLst>
              <a:ext uri="{FF2B5EF4-FFF2-40B4-BE49-F238E27FC236}">
                <a16:creationId xmlns:a16="http://schemas.microsoft.com/office/drawing/2014/main" id="{5A885749-F6DE-0FDB-A502-CE70BA03A80F}"/>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2" name="!!A1_F">
            <a:extLst>
              <a:ext uri="{FF2B5EF4-FFF2-40B4-BE49-F238E27FC236}">
                <a16:creationId xmlns:a16="http://schemas.microsoft.com/office/drawing/2014/main" id="{9566AAC0-AE06-FCEE-338C-04E49B95C303}"/>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A2_F">
            <a:extLst>
              <a:ext uri="{FF2B5EF4-FFF2-40B4-BE49-F238E27FC236}">
                <a16:creationId xmlns:a16="http://schemas.microsoft.com/office/drawing/2014/main" id="{469CC900-768F-07BD-CBDE-BF0FA3042246}"/>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4" name="!!A3_F">
            <a:extLst>
              <a:ext uri="{FF2B5EF4-FFF2-40B4-BE49-F238E27FC236}">
                <a16:creationId xmlns:a16="http://schemas.microsoft.com/office/drawing/2014/main" id="{F77749A4-7BCE-D891-D34C-00CF635B5089}"/>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5" name="!!G1_F">
            <a:extLst>
              <a:ext uri="{FF2B5EF4-FFF2-40B4-BE49-F238E27FC236}">
                <a16:creationId xmlns:a16="http://schemas.microsoft.com/office/drawing/2014/main" id="{F0CD2ED2-9523-7292-99CB-59409AF21917}"/>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G2_F">
            <a:extLst>
              <a:ext uri="{FF2B5EF4-FFF2-40B4-BE49-F238E27FC236}">
                <a16:creationId xmlns:a16="http://schemas.microsoft.com/office/drawing/2014/main" id="{76F1F5A0-C052-5388-18AA-A13220359E57}"/>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7" name="!!G3_F">
            <a:extLst>
              <a:ext uri="{FF2B5EF4-FFF2-40B4-BE49-F238E27FC236}">
                <a16:creationId xmlns:a16="http://schemas.microsoft.com/office/drawing/2014/main" id="{EF002A1F-3F5E-63CE-458B-362F65307036}"/>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8" name="!!T1_F">
            <a:extLst>
              <a:ext uri="{FF2B5EF4-FFF2-40B4-BE49-F238E27FC236}">
                <a16:creationId xmlns:a16="http://schemas.microsoft.com/office/drawing/2014/main" id="{CE758642-6608-732D-A47D-B09BD8CD7D78}"/>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2_F">
            <a:extLst>
              <a:ext uri="{FF2B5EF4-FFF2-40B4-BE49-F238E27FC236}">
                <a16:creationId xmlns:a16="http://schemas.microsoft.com/office/drawing/2014/main" id="{27B9C1E7-3672-0A2C-CBB0-F046973A7B0D}"/>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T3_F">
            <a:extLst>
              <a:ext uri="{FF2B5EF4-FFF2-40B4-BE49-F238E27FC236}">
                <a16:creationId xmlns:a16="http://schemas.microsoft.com/office/drawing/2014/main" id="{1AC817EF-DF37-6467-1FEC-A15016366CE1}"/>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1" name="!!T4_F">
            <a:extLst>
              <a:ext uri="{FF2B5EF4-FFF2-40B4-BE49-F238E27FC236}">
                <a16:creationId xmlns:a16="http://schemas.microsoft.com/office/drawing/2014/main" id="{16D98CCF-82A3-2F56-6418-25545DBC3E69}"/>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2" name="!!$_F">
            <a:extLst>
              <a:ext uri="{FF2B5EF4-FFF2-40B4-BE49-F238E27FC236}">
                <a16:creationId xmlns:a16="http://schemas.microsoft.com/office/drawing/2014/main" id="{B947A59C-E5CB-41F9-2529-04D0DB67B0D9}"/>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cxnSp>
        <p:nvCxnSpPr>
          <p:cNvPr id="53" name="Straight Arrow Connector 52">
            <a:extLst>
              <a:ext uri="{FF2B5EF4-FFF2-40B4-BE49-F238E27FC236}">
                <a16:creationId xmlns:a16="http://schemas.microsoft.com/office/drawing/2014/main" id="{AECAECCE-19E8-4BF9-75B6-8A75EA08AC1E}"/>
              </a:ext>
            </a:extLst>
          </p:cNvPr>
          <p:cNvCxnSpPr>
            <a:cxnSpLocks/>
          </p:cNvCxnSpPr>
          <p:nvPr/>
        </p:nvCxnSpPr>
        <p:spPr>
          <a:xfrm flipV="1">
            <a:off x="41148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9C953B7F-F33D-0EBB-E4DE-139143476297}"/>
              </a:ext>
            </a:extLst>
          </p:cNvPr>
          <p:cNvCxnSpPr>
            <a:cxnSpLocks/>
          </p:cNvCxnSpPr>
          <p:nvPr/>
        </p:nvCxnSpPr>
        <p:spPr>
          <a:xfrm flipV="1">
            <a:off x="4800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1758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3CD7-2246-1B32-DE2F-15142D5273EA}"/>
            </a:ext>
          </a:extLst>
        </p:cNvPr>
        <p:cNvGrpSpPr/>
        <p:nvPr/>
      </p:nvGrpSpPr>
      <p:grpSpPr>
        <a:xfrm>
          <a:off x="0" y="0"/>
          <a:ext cx="0" cy="0"/>
          <a:chOff x="0" y="0"/>
          <a:chExt cx="0" cy="0"/>
        </a:xfrm>
      </p:grpSpPr>
      <p:sp>
        <p:nvSpPr>
          <p:cNvPr id="6" name="!!ANA1">
            <a:extLst>
              <a:ext uri="{FF2B5EF4-FFF2-40B4-BE49-F238E27FC236}">
                <a16:creationId xmlns:a16="http://schemas.microsoft.com/office/drawing/2014/main" id="{D9FDD243-2937-8661-886F-626A7EB70335}"/>
              </a:ext>
            </a:extLst>
          </p:cNvPr>
          <p:cNvSpPr txBox="1">
            <a:spLocks/>
          </p:cNvSpPr>
          <p:nvPr/>
        </p:nvSpPr>
        <p:spPr>
          <a:xfrm>
            <a:off x="4937040" y="1076926"/>
            <a:ext cx="2317920" cy="769441"/>
          </a:xfrm>
          <a:prstGeom prst="rect">
            <a:avLst/>
          </a:prstGeom>
          <a:noFill/>
        </p:spPr>
        <p:txBody>
          <a:bodyPr wrap="square">
            <a:spAutoFit/>
          </a:bodyPr>
          <a:lstStyle/>
          <a:p>
            <a:pPr marL="0" indent="0" algn="ctr">
              <a:buNone/>
            </a:pPr>
            <a:r>
              <a:rPr lang="en-US" sz="4400" b="1" spc="1600" dirty="0">
                <a:solidFill>
                  <a:srgbClr val="9FC490"/>
                </a:solidFill>
                <a:latin typeface="American Typewriter" panose="02090604020004020304" pitchFamily="18" charset="77"/>
              </a:rPr>
              <a:t>ATG</a:t>
            </a:r>
          </a:p>
        </p:txBody>
      </p:sp>
      <p:sp>
        <p:nvSpPr>
          <p:cNvPr id="29" name="!!Counter">
            <a:extLst>
              <a:ext uri="{FF2B5EF4-FFF2-40B4-BE49-F238E27FC236}">
                <a16:creationId xmlns:a16="http://schemas.microsoft.com/office/drawing/2014/main" id="{65686F2D-D0A7-4C16-52E3-ADAFC11D773E}"/>
              </a:ext>
            </a:extLst>
          </p:cNvPr>
          <p:cNvSpPr txBox="1"/>
          <p:nvPr/>
        </p:nvSpPr>
        <p:spPr>
          <a:xfrm>
            <a:off x="914400" y="838200"/>
            <a:ext cx="455574" cy="677108"/>
          </a:xfrm>
          <a:prstGeom prst="rect">
            <a:avLst/>
          </a:prstGeom>
          <a:noFill/>
        </p:spPr>
        <p:txBody>
          <a:bodyPr wrap="none" rtlCol="0">
            <a:spAutoFit/>
          </a:bodyPr>
          <a:lstStyle/>
          <a:p>
            <a:pPr algn="ctr"/>
            <a:r>
              <a:rPr lang="en-US" sz="3800" i="1" dirty="0">
                <a:solidFill>
                  <a:srgbClr val="B12B2B"/>
                </a:solidFill>
                <a:latin typeface="Helvetica Neue Light" panose="02000403000000020004" pitchFamily="2" charset="0"/>
                <a:ea typeface="Helvetica Neue Light" panose="02000403000000020004" pitchFamily="2" charset="0"/>
              </a:rPr>
              <a:t>6</a:t>
            </a:r>
            <a:endParaRPr lang="en-US" sz="3800" i="1" baseline="30000" dirty="0">
              <a:solidFill>
                <a:srgbClr val="B12B2B"/>
              </a:solidFill>
              <a:latin typeface="Helvetica Neue Light" panose="02000403000000020004" pitchFamily="2" charset="0"/>
              <a:ea typeface="Helvetica Neue Light" panose="02000403000000020004" pitchFamily="2" charset="0"/>
            </a:endParaRPr>
          </a:p>
        </p:txBody>
      </p:sp>
      <p:sp>
        <p:nvSpPr>
          <p:cNvPr id="31" name="!!Commentary">
            <a:extLst>
              <a:ext uri="{FF2B5EF4-FFF2-40B4-BE49-F238E27FC236}">
                <a16:creationId xmlns:a16="http://schemas.microsoft.com/office/drawing/2014/main" id="{248E0B7B-9EED-0E3B-B977-63B5BCC72E86}"/>
              </a:ext>
            </a:extLst>
          </p:cNvPr>
          <p:cNvSpPr txBox="1"/>
          <p:nvPr/>
        </p:nvSpPr>
        <p:spPr>
          <a:xfrm>
            <a:off x="1607855" y="5342692"/>
            <a:ext cx="8976368" cy="1261884"/>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That’s it – there are 2 ATG’s</a:t>
            </a:r>
          </a:p>
          <a:p>
            <a:pPr algn="ctr"/>
            <a:r>
              <a:rPr lang="en-US" sz="3800" i="1" dirty="0">
                <a:solidFill>
                  <a:srgbClr val="9FC490"/>
                </a:solidFill>
                <a:latin typeface="Helvetica Neue Light" panose="02000403000000020004" pitchFamily="2" charset="0"/>
                <a:ea typeface="Helvetica Neue Light" panose="02000403000000020004" pitchFamily="2" charset="0"/>
              </a:rPr>
              <a:t>One is preceded by an A; the other by a T</a:t>
            </a:r>
          </a:p>
        </p:txBody>
      </p:sp>
      <p:sp>
        <p:nvSpPr>
          <p:cNvPr id="2" name="!!G2_REF">
            <a:extLst>
              <a:ext uri="{FF2B5EF4-FFF2-40B4-BE49-F238E27FC236}">
                <a16:creationId xmlns:a16="http://schemas.microsoft.com/office/drawing/2014/main" id="{26681958-3779-49F7-0289-94057309D5D5}"/>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2" name="!!A1_BWT">
            <a:extLst>
              <a:ext uri="{FF2B5EF4-FFF2-40B4-BE49-F238E27FC236}">
                <a16:creationId xmlns:a16="http://schemas.microsoft.com/office/drawing/2014/main" id="{B9455037-0D85-1FB0-0DC8-6CDA7F8720D3}"/>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3" name="!!A2_BWT">
            <a:extLst>
              <a:ext uri="{FF2B5EF4-FFF2-40B4-BE49-F238E27FC236}">
                <a16:creationId xmlns:a16="http://schemas.microsoft.com/office/drawing/2014/main" id="{3A8BA56A-31DB-0DDE-760A-C59C50F9E9EC}"/>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4" name="!!T1_BWT">
            <a:extLst>
              <a:ext uri="{FF2B5EF4-FFF2-40B4-BE49-F238E27FC236}">
                <a16:creationId xmlns:a16="http://schemas.microsoft.com/office/drawing/2014/main" id="{E53BA44D-BB70-E976-1895-D118D8A18FB5}"/>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5" name="!!G1_BWT">
            <a:extLst>
              <a:ext uri="{FF2B5EF4-FFF2-40B4-BE49-F238E27FC236}">
                <a16:creationId xmlns:a16="http://schemas.microsoft.com/office/drawing/2014/main" id="{666976A6-F419-0800-5296-271F9D1D1DE7}"/>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36" name="!!T2_BWT">
            <a:extLst>
              <a:ext uri="{FF2B5EF4-FFF2-40B4-BE49-F238E27FC236}">
                <a16:creationId xmlns:a16="http://schemas.microsoft.com/office/drawing/2014/main" id="{034FA665-F6B4-847F-EDE9-87AF01C22199}"/>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7" name="!!T3_BWT">
            <a:extLst>
              <a:ext uri="{FF2B5EF4-FFF2-40B4-BE49-F238E27FC236}">
                <a16:creationId xmlns:a16="http://schemas.microsoft.com/office/drawing/2014/main" id="{4F10D827-62F3-CAAF-858D-97CE1E4767ED}"/>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38" name="!!A4_BWT">
            <a:extLst>
              <a:ext uri="{FF2B5EF4-FFF2-40B4-BE49-F238E27FC236}">
                <a16:creationId xmlns:a16="http://schemas.microsoft.com/office/drawing/2014/main" id="{F2DA3D4B-58E0-B20B-1421-5066C5E1764A}"/>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t>
            </a:r>
          </a:p>
        </p:txBody>
      </p:sp>
      <p:sp>
        <p:nvSpPr>
          <p:cNvPr id="39" name="!!T4_BWT">
            <a:extLst>
              <a:ext uri="{FF2B5EF4-FFF2-40B4-BE49-F238E27FC236}">
                <a16:creationId xmlns:a16="http://schemas.microsoft.com/office/drawing/2014/main" id="{A20F8A91-4BBE-C6E3-1389-5C58A64D92B4}"/>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T</a:t>
            </a:r>
          </a:p>
        </p:txBody>
      </p:sp>
      <p:sp>
        <p:nvSpPr>
          <p:cNvPr id="40" name="!!G3_BWT">
            <a:extLst>
              <a:ext uri="{FF2B5EF4-FFF2-40B4-BE49-F238E27FC236}">
                <a16:creationId xmlns:a16="http://schemas.microsoft.com/office/drawing/2014/main" id="{8825A708-648D-CDE7-DDC4-5081C5E26B84}"/>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G</a:t>
            </a:r>
          </a:p>
        </p:txBody>
      </p:sp>
      <p:sp>
        <p:nvSpPr>
          <p:cNvPr id="41" name="!!$_BWT">
            <a:extLst>
              <a:ext uri="{FF2B5EF4-FFF2-40B4-BE49-F238E27FC236}">
                <a16:creationId xmlns:a16="http://schemas.microsoft.com/office/drawing/2014/main" id="{FB63EBCC-CE27-0BB9-5EED-0FC9A994D35E}"/>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t>
            </a:r>
          </a:p>
        </p:txBody>
      </p:sp>
      <p:sp>
        <p:nvSpPr>
          <p:cNvPr id="42" name="!!A1_F">
            <a:extLst>
              <a:ext uri="{FF2B5EF4-FFF2-40B4-BE49-F238E27FC236}">
                <a16:creationId xmlns:a16="http://schemas.microsoft.com/office/drawing/2014/main" id="{ABE7DAF5-CEDA-76FA-1687-1B8E0CC37E89}"/>
              </a:ext>
            </a:extLst>
          </p:cNvPr>
          <p:cNvSpPr txBox="1">
            <a:spLocks noChangeAspect="1"/>
          </p:cNvSpPr>
          <p:nvPr/>
        </p:nvSpPr>
        <p:spPr>
          <a:xfrm>
            <a:off x="322190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3" name="!!A2_F">
            <a:extLst>
              <a:ext uri="{FF2B5EF4-FFF2-40B4-BE49-F238E27FC236}">
                <a16:creationId xmlns:a16="http://schemas.microsoft.com/office/drawing/2014/main" id="{57F322EF-7321-8664-2E37-F0B41D7224ED}"/>
              </a:ext>
            </a:extLst>
          </p:cNvPr>
          <p:cNvSpPr txBox="1">
            <a:spLocks noChangeAspect="1"/>
          </p:cNvSpPr>
          <p:nvPr/>
        </p:nvSpPr>
        <p:spPr>
          <a:xfrm>
            <a:off x="3844417"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4" name="!!A3_F">
            <a:extLst>
              <a:ext uri="{FF2B5EF4-FFF2-40B4-BE49-F238E27FC236}">
                <a16:creationId xmlns:a16="http://schemas.microsoft.com/office/drawing/2014/main" id="{EC699B5B-053C-28BA-1148-917DE3577B2A}"/>
              </a:ext>
            </a:extLst>
          </p:cNvPr>
          <p:cNvSpPr txBox="1">
            <a:spLocks noChangeAspect="1"/>
          </p:cNvSpPr>
          <p:nvPr/>
        </p:nvSpPr>
        <p:spPr>
          <a:xfrm>
            <a:off x="4466929"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t>
            </a:r>
          </a:p>
        </p:txBody>
      </p:sp>
      <p:sp>
        <p:nvSpPr>
          <p:cNvPr id="45" name="!!G1_F">
            <a:extLst>
              <a:ext uri="{FF2B5EF4-FFF2-40B4-BE49-F238E27FC236}">
                <a16:creationId xmlns:a16="http://schemas.microsoft.com/office/drawing/2014/main" id="{3003BB74-0058-6C3A-A5B5-097D0A435983}"/>
              </a:ext>
            </a:extLst>
          </p:cNvPr>
          <p:cNvSpPr txBox="1">
            <a:spLocks noChangeAspect="1"/>
          </p:cNvSpPr>
          <p:nvPr/>
        </p:nvSpPr>
        <p:spPr>
          <a:xfrm>
            <a:off x="508944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6" name="!!G2_F">
            <a:extLst>
              <a:ext uri="{FF2B5EF4-FFF2-40B4-BE49-F238E27FC236}">
                <a16:creationId xmlns:a16="http://schemas.microsoft.com/office/drawing/2014/main" id="{CDAEAEAB-DF28-3F3C-DEBB-6AC21B8BD796}"/>
              </a:ext>
            </a:extLst>
          </p:cNvPr>
          <p:cNvSpPr txBox="1">
            <a:spLocks noChangeAspect="1"/>
          </p:cNvSpPr>
          <p:nvPr/>
        </p:nvSpPr>
        <p:spPr>
          <a:xfrm>
            <a:off x="5711953"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7" name="!!G3_F">
            <a:extLst>
              <a:ext uri="{FF2B5EF4-FFF2-40B4-BE49-F238E27FC236}">
                <a16:creationId xmlns:a16="http://schemas.microsoft.com/office/drawing/2014/main" id="{BADAB441-B2CD-D6A8-6FC2-A21A05AE0349}"/>
              </a:ext>
            </a:extLst>
          </p:cNvPr>
          <p:cNvSpPr txBox="1">
            <a:spLocks noChangeAspect="1"/>
          </p:cNvSpPr>
          <p:nvPr/>
        </p:nvSpPr>
        <p:spPr>
          <a:xfrm>
            <a:off x="6334465"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G</a:t>
            </a:r>
          </a:p>
        </p:txBody>
      </p:sp>
      <p:sp>
        <p:nvSpPr>
          <p:cNvPr id="48" name="!!T1_F">
            <a:extLst>
              <a:ext uri="{FF2B5EF4-FFF2-40B4-BE49-F238E27FC236}">
                <a16:creationId xmlns:a16="http://schemas.microsoft.com/office/drawing/2014/main" id="{6A6D61BA-018A-49A8-CB18-BBC7E302A036}"/>
              </a:ext>
            </a:extLst>
          </p:cNvPr>
          <p:cNvSpPr txBox="1">
            <a:spLocks noChangeAspect="1"/>
          </p:cNvSpPr>
          <p:nvPr/>
        </p:nvSpPr>
        <p:spPr>
          <a:xfrm>
            <a:off x="6956977"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49" name="!!T2_F">
            <a:extLst>
              <a:ext uri="{FF2B5EF4-FFF2-40B4-BE49-F238E27FC236}">
                <a16:creationId xmlns:a16="http://schemas.microsoft.com/office/drawing/2014/main" id="{0A82AE0F-EE8E-0DAC-6C0B-9C9971D059DE}"/>
              </a:ext>
            </a:extLst>
          </p:cNvPr>
          <p:cNvSpPr txBox="1">
            <a:spLocks noChangeAspect="1"/>
          </p:cNvSpPr>
          <p:nvPr/>
        </p:nvSpPr>
        <p:spPr>
          <a:xfrm>
            <a:off x="7579489" y="2263677"/>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0" name="!!T3_F">
            <a:extLst>
              <a:ext uri="{FF2B5EF4-FFF2-40B4-BE49-F238E27FC236}">
                <a16:creationId xmlns:a16="http://schemas.microsoft.com/office/drawing/2014/main" id="{4F675CF3-E881-BCA2-CA4C-80513010B0C0}"/>
              </a:ext>
            </a:extLst>
          </p:cNvPr>
          <p:cNvSpPr txBox="1">
            <a:spLocks noChangeAspect="1"/>
          </p:cNvSpPr>
          <p:nvPr/>
        </p:nvSpPr>
        <p:spPr>
          <a:xfrm>
            <a:off x="820200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1" name="!!T4_F">
            <a:extLst>
              <a:ext uri="{FF2B5EF4-FFF2-40B4-BE49-F238E27FC236}">
                <a16:creationId xmlns:a16="http://schemas.microsoft.com/office/drawing/2014/main" id="{960C1840-6560-AB8B-46C0-4A040EA2052E}"/>
              </a:ext>
            </a:extLst>
          </p:cNvPr>
          <p:cNvSpPr txBox="1">
            <a:spLocks noChangeAspect="1"/>
          </p:cNvSpPr>
          <p:nvPr/>
        </p:nvSpPr>
        <p:spPr>
          <a:xfrm>
            <a:off x="8824511"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T</a:t>
            </a:r>
          </a:p>
        </p:txBody>
      </p:sp>
      <p:sp>
        <p:nvSpPr>
          <p:cNvPr id="52" name="!!$_F">
            <a:extLst>
              <a:ext uri="{FF2B5EF4-FFF2-40B4-BE49-F238E27FC236}">
                <a16:creationId xmlns:a16="http://schemas.microsoft.com/office/drawing/2014/main" id="{AE0F1CA9-5E34-D57B-DEE1-F33810E3059F}"/>
              </a:ext>
            </a:extLst>
          </p:cNvPr>
          <p:cNvSpPr txBox="1">
            <a:spLocks noChangeAspect="1"/>
          </p:cNvSpPr>
          <p:nvPr/>
        </p:nvSpPr>
        <p:spPr>
          <a:xfrm>
            <a:off x="2599393" y="2275511"/>
            <a:ext cx="768096" cy="768096"/>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t>
            </a:r>
          </a:p>
        </p:txBody>
      </p:sp>
      <p:sp>
        <p:nvSpPr>
          <p:cNvPr id="53" name="!!A5">
            <a:extLst>
              <a:ext uri="{FF2B5EF4-FFF2-40B4-BE49-F238E27FC236}">
                <a16:creationId xmlns:a16="http://schemas.microsoft.com/office/drawing/2014/main" id="{3EF22A78-A19E-0D87-2FB4-A0C590731E50}"/>
              </a:ext>
            </a:extLst>
          </p:cNvPr>
          <p:cNvSpPr txBox="1">
            <a:spLocks noChangeAspect="1"/>
          </p:cNvSpPr>
          <p:nvPr/>
        </p:nvSpPr>
        <p:spPr>
          <a:xfrm>
            <a:off x="3810000" y="4584192"/>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sp>
        <p:nvSpPr>
          <p:cNvPr id="54" name="!!A5">
            <a:extLst>
              <a:ext uri="{FF2B5EF4-FFF2-40B4-BE49-F238E27FC236}">
                <a16:creationId xmlns:a16="http://schemas.microsoft.com/office/drawing/2014/main" id="{E2066B04-6E4C-C066-F237-4DB29F801EB1}"/>
              </a:ext>
            </a:extLst>
          </p:cNvPr>
          <p:cNvSpPr txBox="1">
            <a:spLocks noChangeAspect="1"/>
          </p:cNvSpPr>
          <p:nvPr/>
        </p:nvSpPr>
        <p:spPr>
          <a:xfrm>
            <a:off x="4466929" y="4584192"/>
            <a:ext cx="768096" cy="707886"/>
          </a:xfrm>
          <a:prstGeom prst="rect">
            <a:avLst/>
          </a:prstGeom>
          <a:noFill/>
        </p:spPr>
        <p:txBody>
          <a:bodyPr wrap="square">
            <a:spAutoFit/>
          </a:bodyPr>
          <a:lstStyle/>
          <a:p>
            <a:pPr marL="0" indent="0" algn="ctr">
              <a:buNone/>
            </a:pPr>
            <a:r>
              <a:rPr lang="en-US" sz="4000" b="1" spc="1600" dirty="0">
                <a:solidFill>
                  <a:srgbClr val="9FC490"/>
                </a:solidFill>
                <a:latin typeface="American Typewriter" panose="02090604020004020304" pitchFamily="18" charset="77"/>
              </a:rPr>
              <a:t>✓</a:t>
            </a:r>
          </a:p>
        </p:txBody>
      </p:sp>
      <p:cxnSp>
        <p:nvCxnSpPr>
          <p:cNvPr id="55" name="Straight Arrow Connector 54">
            <a:extLst>
              <a:ext uri="{FF2B5EF4-FFF2-40B4-BE49-F238E27FC236}">
                <a16:creationId xmlns:a16="http://schemas.microsoft.com/office/drawing/2014/main" id="{169672CE-D3EB-49DC-74F5-22F2C02C415C}"/>
              </a:ext>
            </a:extLst>
          </p:cNvPr>
          <p:cNvCxnSpPr>
            <a:cxnSpLocks/>
          </p:cNvCxnSpPr>
          <p:nvPr/>
        </p:nvCxnSpPr>
        <p:spPr>
          <a:xfrm flipV="1">
            <a:off x="41148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AC1D827C-58E7-28D8-2C66-E13E27B86240}"/>
              </a:ext>
            </a:extLst>
          </p:cNvPr>
          <p:cNvCxnSpPr>
            <a:cxnSpLocks/>
          </p:cNvCxnSpPr>
          <p:nvPr/>
        </p:nvCxnSpPr>
        <p:spPr>
          <a:xfrm flipV="1">
            <a:off x="4800600" y="3813048"/>
            <a:ext cx="0" cy="685800"/>
          </a:xfrm>
          <a:prstGeom prst="straightConnector1">
            <a:avLst/>
          </a:prstGeom>
          <a:ln w="57150">
            <a:solidFill>
              <a:srgbClr val="9FC49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8318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Char"/>
      </p:transition>
    </mc:Choice>
    <mc:Fallback xmlns="">
      <p:transition spd="slow" advClick="0" advTm="2000">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484F-3817-CB0D-D8D7-AD2A2360F576}"/>
            </a:ext>
          </a:extLst>
        </p:cNvPr>
        <p:cNvGrpSpPr/>
        <p:nvPr/>
      </p:nvGrpSpPr>
      <p:grpSpPr>
        <a:xfrm>
          <a:off x="0" y="0"/>
          <a:ext cx="0" cy="0"/>
          <a:chOff x="0" y="0"/>
          <a:chExt cx="0" cy="0"/>
        </a:xfrm>
      </p:grpSpPr>
      <p:sp>
        <p:nvSpPr>
          <p:cNvPr id="31" name="!!Commentary">
            <a:extLst>
              <a:ext uri="{FF2B5EF4-FFF2-40B4-BE49-F238E27FC236}">
                <a16:creationId xmlns:a16="http://schemas.microsoft.com/office/drawing/2014/main" id="{1CB45CA6-0A0E-A94F-F824-F1460B5990E4}"/>
              </a:ext>
            </a:extLst>
          </p:cNvPr>
          <p:cNvSpPr txBox="1"/>
          <p:nvPr/>
        </p:nvSpPr>
        <p:spPr>
          <a:xfrm>
            <a:off x="1607855" y="3971092"/>
            <a:ext cx="8976368" cy="1261884"/>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That’s it – there are 2 ATG’s</a:t>
            </a:r>
          </a:p>
          <a:p>
            <a:pPr algn="ctr"/>
            <a:r>
              <a:rPr lang="en-US" sz="3800" i="1" dirty="0">
                <a:solidFill>
                  <a:srgbClr val="9FC490"/>
                </a:solidFill>
                <a:latin typeface="Helvetica Neue Light" panose="02000403000000020004" pitchFamily="2" charset="0"/>
                <a:ea typeface="Helvetica Neue Light" panose="02000403000000020004" pitchFamily="2" charset="0"/>
              </a:rPr>
              <a:t>One is preceded by an A; the other by a T</a:t>
            </a:r>
          </a:p>
        </p:txBody>
      </p:sp>
      <p:sp>
        <p:nvSpPr>
          <p:cNvPr id="32" name="!!A1_REF">
            <a:extLst>
              <a:ext uri="{FF2B5EF4-FFF2-40B4-BE49-F238E27FC236}">
                <a16:creationId xmlns:a16="http://schemas.microsoft.com/office/drawing/2014/main" id="{4AB16AC8-4B5A-AEF2-4508-3D8C992506BB}"/>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3" name="!!A2_REF">
            <a:extLst>
              <a:ext uri="{FF2B5EF4-FFF2-40B4-BE49-F238E27FC236}">
                <a16:creationId xmlns:a16="http://schemas.microsoft.com/office/drawing/2014/main" id="{3A0494B4-86FC-F35A-C0BB-521103A7E76D}"/>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4" name="!!T1_REF">
            <a:extLst>
              <a:ext uri="{FF2B5EF4-FFF2-40B4-BE49-F238E27FC236}">
                <a16:creationId xmlns:a16="http://schemas.microsoft.com/office/drawing/2014/main" id="{A4DD16AA-8C92-03EB-ABD4-730C95C0AC13}"/>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5" name="!!A3_REF">
            <a:extLst>
              <a:ext uri="{FF2B5EF4-FFF2-40B4-BE49-F238E27FC236}">
                <a16:creationId xmlns:a16="http://schemas.microsoft.com/office/drawing/2014/main" id="{F342AF72-C837-ACAB-429D-65EE14F13324}"/>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36" name="!!T2_REF">
            <a:extLst>
              <a:ext uri="{FF2B5EF4-FFF2-40B4-BE49-F238E27FC236}">
                <a16:creationId xmlns:a16="http://schemas.microsoft.com/office/drawing/2014/main" id="{558CB1CB-DC03-9951-25B7-491D70083C89}"/>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7" name="!!T3_REF">
            <a:extLst>
              <a:ext uri="{FF2B5EF4-FFF2-40B4-BE49-F238E27FC236}">
                <a16:creationId xmlns:a16="http://schemas.microsoft.com/office/drawing/2014/main" id="{1516D405-FD84-8EFF-C89F-22986D20EEB6}"/>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A4_REF">
            <a:extLst>
              <a:ext uri="{FF2B5EF4-FFF2-40B4-BE49-F238E27FC236}">
                <a16:creationId xmlns:a16="http://schemas.microsoft.com/office/drawing/2014/main" id="{8B6C13D8-0EB6-EE2C-69AE-F0E309415141}"/>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9" name="!!T4_REF">
            <a:extLst>
              <a:ext uri="{FF2B5EF4-FFF2-40B4-BE49-F238E27FC236}">
                <a16:creationId xmlns:a16="http://schemas.microsoft.com/office/drawing/2014/main" id="{3B725BF0-40B0-A19A-FB9C-1E86EB795414}"/>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40" name="!!A5_REF">
            <a:extLst>
              <a:ext uri="{FF2B5EF4-FFF2-40B4-BE49-F238E27FC236}">
                <a16:creationId xmlns:a16="http://schemas.microsoft.com/office/drawing/2014/main" id="{1983EB94-C7D6-F195-FB13-385AFAAE9AC9}"/>
              </a:ext>
            </a:extLst>
          </p:cNvPr>
          <p:cNvSpPr txBox="1">
            <a:spLocks noChangeAspect="1"/>
          </p:cNvSpPr>
          <p:nvPr/>
        </p:nvSpPr>
        <p:spPr>
          <a:xfrm>
            <a:off x="7579489"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1" name="!!G1_REF">
            <a:extLst>
              <a:ext uri="{FF2B5EF4-FFF2-40B4-BE49-F238E27FC236}">
                <a16:creationId xmlns:a16="http://schemas.microsoft.com/office/drawing/2014/main" id="{67F00726-6373-65C5-6C0B-90B54760B2D9}"/>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2" name="!!$_REF">
            <a:extLst>
              <a:ext uri="{FF2B5EF4-FFF2-40B4-BE49-F238E27FC236}">
                <a16:creationId xmlns:a16="http://schemas.microsoft.com/office/drawing/2014/main" id="{676C9C83-726B-B5B0-A0F4-8A5C71678406}"/>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3" name="!!RefSeq_label">
            <a:extLst>
              <a:ext uri="{FF2B5EF4-FFF2-40B4-BE49-F238E27FC236}">
                <a16:creationId xmlns:a16="http://schemas.microsoft.com/office/drawing/2014/main" id="{E5FAC1AB-A1BC-6118-F6E3-AF828BFE125C}"/>
              </a:ext>
            </a:extLst>
          </p:cNvPr>
          <p:cNvSpPr txBox="1"/>
          <p:nvPr/>
        </p:nvSpPr>
        <p:spPr>
          <a:xfrm>
            <a:off x="3615160" y="2209800"/>
            <a:ext cx="4484754"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Reference sequence</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634392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AD80-E187-6D20-CA0A-B8B27E1762AB}"/>
            </a:ext>
          </a:extLst>
        </p:cNvPr>
        <p:cNvGrpSpPr/>
        <p:nvPr/>
      </p:nvGrpSpPr>
      <p:grpSpPr>
        <a:xfrm>
          <a:off x="0" y="0"/>
          <a:ext cx="0" cy="0"/>
          <a:chOff x="0" y="0"/>
          <a:chExt cx="0" cy="0"/>
        </a:xfrm>
      </p:grpSpPr>
      <p:sp>
        <p:nvSpPr>
          <p:cNvPr id="31" name="!!Commentary">
            <a:extLst>
              <a:ext uri="{FF2B5EF4-FFF2-40B4-BE49-F238E27FC236}">
                <a16:creationId xmlns:a16="http://schemas.microsoft.com/office/drawing/2014/main" id="{076F4237-1628-57EA-42B5-A60BB5EBBB83}"/>
              </a:ext>
            </a:extLst>
          </p:cNvPr>
          <p:cNvSpPr txBox="1"/>
          <p:nvPr/>
        </p:nvSpPr>
        <p:spPr>
          <a:xfrm>
            <a:off x="1607855" y="3971092"/>
            <a:ext cx="8976368" cy="1261884"/>
          </a:xfrm>
          <a:prstGeom prst="rect">
            <a:avLst/>
          </a:prstGeom>
          <a:noFill/>
        </p:spPr>
        <p:txBody>
          <a:bodyPr wrap="none" rtlCol="0">
            <a:spAutoFit/>
          </a:bodyPr>
          <a:lstStyle/>
          <a:p>
            <a:pPr algn="ctr"/>
            <a:r>
              <a:rPr lang="en-US" sz="3800" i="1" dirty="0">
                <a:solidFill>
                  <a:srgbClr val="9FC490"/>
                </a:solidFill>
                <a:latin typeface="Helvetica Neue Light" panose="02000403000000020004" pitchFamily="2" charset="0"/>
                <a:ea typeface="Helvetica Neue Light" panose="02000403000000020004" pitchFamily="2" charset="0"/>
              </a:rPr>
              <a:t>That’s it – there are 2 ATG’s</a:t>
            </a:r>
          </a:p>
          <a:p>
            <a:pPr algn="ctr"/>
            <a:r>
              <a:rPr lang="en-US" sz="3800" i="1" dirty="0">
                <a:solidFill>
                  <a:srgbClr val="9FC490"/>
                </a:solidFill>
                <a:latin typeface="Helvetica Neue Light" panose="02000403000000020004" pitchFamily="2" charset="0"/>
                <a:ea typeface="Helvetica Neue Light" panose="02000403000000020004" pitchFamily="2" charset="0"/>
              </a:rPr>
              <a:t>One is preceded by an A; the other by a T</a:t>
            </a:r>
          </a:p>
        </p:txBody>
      </p:sp>
      <p:sp>
        <p:nvSpPr>
          <p:cNvPr id="32" name="!!A1_REF">
            <a:extLst>
              <a:ext uri="{FF2B5EF4-FFF2-40B4-BE49-F238E27FC236}">
                <a16:creationId xmlns:a16="http://schemas.microsoft.com/office/drawing/2014/main" id="{453CC4B9-4204-3A51-B1DF-52FD67C701F5}"/>
              </a:ext>
            </a:extLst>
          </p:cNvPr>
          <p:cNvSpPr txBox="1">
            <a:spLocks noChangeAspect="1"/>
          </p:cNvSpPr>
          <p:nvPr/>
        </p:nvSpPr>
        <p:spPr>
          <a:xfrm>
            <a:off x="2599393"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a:t>
            </a:r>
          </a:p>
        </p:txBody>
      </p:sp>
      <p:sp>
        <p:nvSpPr>
          <p:cNvPr id="33" name="!!A2_REF">
            <a:extLst>
              <a:ext uri="{FF2B5EF4-FFF2-40B4-BE49-F238E27FC236}">
                <a16:creationId xmlns:a16="http://schemas.microsoft.com/office/drawing/2014/main" id="{7554A74B-7ECA-0949-D8A3-5FA34B0BBD48}"/>
              </a:ext>
            </a:extLst>
          </p:cNvPr>
          <p:cNvSpPr txBox="1">
            <a:spLocks noChangeAspect="1"/>
          </p:cNvSpPr>
          <p:nvPr/>
        </p:nvSpPr>
        <p:spPr>
          <a:xfrm>
            <a:off x="3221905" y="3044952"/>
            <a:ext cx="768096" cy="768096"/>
          </a:xfrm>
          <a:prstGeom prst="rect">
            <a:avLst/>
          </a:prstGeom>
          <a:noFill/>
        </p:spPr>
        <p:txBody>
          <a:bodyPr wrap="square">
            <a:spAutoFit/>
          </a:bodyPr>
          <a:lstStyle/>
          <a:p>
            <a:pPr marL="0" indent="0" algn="ctr">
              <a:buNone/>
            </a:pPr>
            <a:r>
              <a:rPr lang="en-US" sz="4400" b="1" spc="1600" dirty="0">
                <a:solidFill>
                  <a:srgbClr val="8D6A9F"/>
                </a:solidFill>
                <a:latin typeface="American Typewriter" panose="02090604020004020304" pitchFamily="18" charset="77"/>
              </a:rPr>
              <a:t>A</a:t>
            </a:r>
          </a:p>
        </p:txBody>
      </p:sp>
      <p:sp>
        <p:nvSpPr>
          <p:cNvPr id="34" name="!!T1_REF">
            <a:extLst>
              <a:ext uri="{FF2B5EF4-FFF2-40B4-BE49-F238E27FC236}">
                <a16:creationId xmlns:a16="http://schemas.microsoft.com/office/drawing/2014/main" id="{632292C1-B774-56ED-4514-424783EB3DE2}"/>
              </a:ext>
            </a:extLst>
          </p:cNvPr>
          <p:cNvSpPr txBox="1">
            <a:spLocks noChangeAspect="1"/>
          </p:cNvSpPr>
          <p:nvPr/>
        </p:nvSpPr>
        <p:spPr>
          <a:xfrm>
            <a:off x="3844417" y="3044952"/>
            <a:ext cx="768096" cy="768096"/>
          </a:xfrm>
          <a:prstGeom prst="rect">
            <a:avLst/>
          </a:prstGeom>
          <a:noFill/>
        </p:spPr>
        <p:txBody>
          <a:bodyPr wrap="square">
            <a:spAutoFit/>
          </a:bodyPr>
          <a:lstStyle/>
          <a:p>
            <a:pPr marL="0" indent="0" algn="ctr">
              <a:buNone/>
            </a:pPr>
            <a:r>
              <a:rPr lang="en-US" sz="4400" b="1" spc="1600" dirty="0">
                <a:solidFill>
                  <a:srgbClr val="8D6A9F"/>
                </a:solidFill>
                <a:latin typeface="American Typewriter" panose="02090604020004020304" pitchFamily="18" charset="77"/>
              </a:rPr>
              <a:t>T</a:t>
            </a:r>
          </a:p>
        </p:txBody>
      </p:sp>
      <p:sp>
        <p:nvSpPr>
          <p:cNvPr id="35" name="!!A3_REF">
            <a:extLst>
              <a:ext uri="{FF2B5EF4-FFF2-40B4-BE49-F238E27FC236}">
                <a16:creationId xmlns:a16="http://schemas.microsoft.com/office/drawing/2014/main" id="{D301920B-910E-0252-C1E9-54BB3252392B}"/>
              </a:ext>
            </a:extLst>
          </p:cNvPr>
          <p:cNvSpPr txBox="1">
            <a:spLocks noChangeAspect="1"/>
          </p:cNvSpPr>
          <p:nvPr/>
        </p:nvSpPr>
        <p:spPr>
          <a:xfrm>
            <a:off x="4466929" y="3044952"/>
            <a:ext cx="768096" cy="768096"/>
          </a:xfrm>
          <a:prstGeom prst="rect">
            <a:avLst/>
          </a:prstGeom>
          <a:noFill/>
        </p:spPr>
        <p:txBody>
          <a:bodyPr wrap="square">
            <a:spAutoFit/>
          </a:bodyPr>
          <a:lstStyle/>
          <a:p>
            <a:pPr marL="0" indent="0" algn="ctr">
              <a:buNone/>
            </a:pPr>
            <a:r>
              <a:rPr lang="en-US" sz="4400" b="1" spc="1600" dirty="0">
                <a:solidFill>
                  <a:srgbClr val="8D6A9F"/>
                </a:solidFill>
                <a:latin typeface="American Typewriter" panose="02090604020004020304" pitchFamily="18" charset="77"/>
              </a:rPr>
              <a:t>G</a:t>
            </a:r>
          </a:p>
        </p:txBody>
      </p:sp>
      <p:sp>
        <p:nvSpPr>
          <p:cNvPr id="36" name="!!T2_REF">
            <a:extLst>
              <a:ext uri="{FF2B5EF4-FFF2-40B4-BE49-F238E27FC236}">
                <a16:creationId xmlns:a16="http://schemas.microsoft.com/office/drawing/2014/main" id="{A8A24E84-557B-080A-7656-1E5B6436AE6F}"/>
              </a:ext>
            </a:extLst>
          </p:cNvPr>
          <p:cNvSpPr txBox="1">
            <a:spLocks noChangeAspect="1"/>
          </p:cNvSpPr>
          <p:nvPr/>
        </p:nvSpPr>
        <p:spPr>
          <a:xfrm>
            <a:off x="5089441"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7" name="!!T3_REF">
            <a:extLst>
              <a:ext uri="{FF2B5EF4-FFF2-40B4-BE49-F238E27FC236}">
                <a16:creationId xmlns:a16="http://schemas.microsoft.com/office/drawing/2014/main" id="{058ECD06-49B5-4C31-8F18-3BA73E8821AD}"/>
              </a:ext>
            </a:extLst>
          </p:cNvPr>
          <p:cNvSpPr txBox="1">
            <a:spLocks noChangeAspect="1"/>
          </p:cNvSpPr>
          <p:nvPr/>
        </p:nvSpPr>
        <p:spPr>
          <a:xfrm>
            <a:off x="5711953"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T</a:t>
            </a:r>
          </a:p>
        </p:txBody>
      </p:sp>
      <p:sp>
        <p:nvSpPr>
          <p:cNvPr id="38" name="!!A4_REF">
            <a:extLst>
              <a:ext uri="{FF2B5EF4-FFF2-40B4-BE49-F238E27FC236}">
                <a16:creationId xmlns:a16="http://schemas.microsoft.com/office/drawing/2014/main" id="{036B784A-8620-1AD0-DAE8-6E969F7C96D7}"/>
              </a:ext>
            </a:extLst>
          </p:cNvPr>
          <p:cNvSpPr txBox="1">
            <a:spLocks noChangeAspect="1"/>
          </p:cNvSpPr>
          <p:nvPr/>
        </p:nvSpPr>
        <p:spPr>
          <a:xfrm>
            <a:off x="6334465" y="3044952"/>
            <a:ext cx="768096" cy="768096"/>
          </a:xfrm>
          <a:prstGeom prst="rect">
            <a:avLst/>
          </a:prstGeom>
          <a:noFill/>
        </p:spPr>
        <p:txBody>
          <a:bodyPr wrap="square">
            <a:spAutoFit/>
          </a:bodyPr>
          <a:lstStyle/>
          <a:p>
            <a:pPr marL="0" indent="0" algn="ctr">
              <a:buNone/>
            </a:pPr>
            <a:r>
              <a:rPr lang="en-US" sz="4400" b="1" spc="1600" dirty="0">
                <a:solidFill>
                  <a:srgbClr val="8D6A9F"/>
                </a:solidFill>
                <a:latin typeface="American Typewriter" panose="02090604020004020304" pitchFamily="18" charset="77"/>
              </a:rPr>
              <a:t>A</a:t>
            </a:r>
          </a:p>
        </p:txBody>
      </p:sp>
      <p:sp>
        <p:nvSpPr>
          <p:cNvPr id="39" name="!!T4_REF">
            <a:extLst>
              <a:ext uri="{FF2B5EF4-FFF2-40B4-BE49-F238E27FC236}">
                <a16:creationId xmlns:a16="http://schemas.microsoft.com/office/drawing/2014/main" id="{102BBC17-02CE-E31B-F938-71578CA26EDB}"/>
              </a:ext>
            </a:extLst>
          </p:cNvPr>
          <p:cNvSpPr txBox="1">
            <a:spLocks noChangeAspect="1"/>
          </p:cNvSpPr>
          <p:nvPr/>
        </p:nvSpPr>
        <p:spPr>
          <a:xfrm>
            <a:off x="6956977" y="3044952"/>
            <a:ext cx="768096" cy="768096"/>
          </a:xfrm>
          <a:prstGeom prst="rect">
            <a:avLst/>
          </a:prstGeom>
          <a:noFill/>
        </p:spPr>
        <p:txBody>
          <a:bodyPr wrap="square">
            <a:spAutoFit/>
          </a:bodyPr>
          <a:lstStyle/>
          <a:p>
            <a:pPr marL="0" indent="0" algn="ctr">
              <a:buNone/>
            </a:pPr>
            <a:r>
              <a:rPr lang="en-US" sz="4400" b="1" spc="1600" dirty="0">
                <a:solidFill>
                  <a:srgbClr val="8D6A9F"/>
                </a:solidFill>
                <a:latin typeface="American Typewriter" panose="02090604020004020304" pitchFamily="18" charset="77"/>
              </a:rPr>
              <a:t>T</a:t>
            </a:r>
          </a:p>
        </p:txBody>
      </p:sp>
      <p:sp>
        <p:nvSpPr>
          <p:cNvPr id="40" name="!!A5_REF">
            <a:extLst>
              <a:ext uri="{FF2B5EF4-FFF2-40B4-BE49-F238E27FC236}">
                <a16:creationId xmlns:a16="http://schemas.microsoft.com/office/drawing/2014/main" id="{2AB92033-1245-CDF4-E024-1FAC25B5DD9D}"/>
              </a:ext>
            </a:extLst>
          </p:cNvPr>
          <p:cNvSpPr txBox="1">
            <a:spLocks noChangeAspect="1"/>
          </p:cNvSpPr>
          <p:nvPr/>
        </p:nvSpPr>
        <p:spPr>
          <a:xfrm>
            <a:off x="7579489" y="3044952"/>
            <a:ext cx="768096" cy="769441"/>
          </a:xfrm>
          <a:prstGeom prst="rect">
            <a:avLst/>
          </a:prstGeom>
          <a:noFill/>
        </p:spPr>
        <p:txBody>
          <a:bodyPr wrap="square">
            <a:spAutoFit/>
          </a:bodyPr>
          <a:lstStyle/>
          <a:p>
            <a:pPr marL="0" indent="0" algn="ctr">
              <a:buNone/>
            </a:pPr>
            <a:r>
              <a:rPr lang="en-US" sz="4400" b="1" spc="1600" dirty="0">
                <a:solidFill>
                  <a:srgbClr val="8D6A9F"/>
                </a:solidFill>
                <a:latin typeface="American Typewriter" panose="02090604020004020304" pitchFamily="18" charset="77"/>
              </a:rPr>
              <a:t>G</a:t>
            </a:r>
          </a:p>
        </p:txBody>
      </p:sp>
      <p:sp>
        <p:nvSpPr>
          <p:cNvPr id="41" name="!!G1_REF">
            <a:extLst>
              <a:ext uri="{FF2B5EF4-FFF2-40B4-BE49-F238E27FC236}">
                <a16:creationId xmlns:a16="http://schemas.microsoft.com/office/drawing/2014/main" id="{B2E344C1-89DB-039C-5B6F-2977ADE763F8}"/>
              </a:ext>
            </a:extLst>
          </p:cNvPr>
          <p:cNvSpPr txBox="1">
            <a:spLocks noChangeAspect="1"/>
          </p:cNvSpPr>
          <p:nvPr/>
        </p:nvSpPr>
        <p:spPr>
          <a:xfrm>
            <a:off x="8202001"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G</a:t>
            </a:r>
          </a:p>
        </p:txBody>
      </p:sp>
      <p:sp>
        <p:nvSpPr>
          <p:cNvPr id="42" name="!!$_REF">
            <a:extLst>
              <a:ext uri="{FF2B5EF4-FFF2-40B4-BE49-F238E27FC236}">
                <a16:creationId xmlns:a16="http://schemas.microsoft.com/office/drawing/2014/main" id="{7538A779-D283-7DE2-3DF3-70E6B692BC96}"/>
              </a:ext>
            </a:extLst>
          </p:cNvPr>
          <p:cNvSpPr txBox="1">
            <a:spLocks noChangeAspect="1"/>
          </p:cNvSpPr>
          <p:nvPr/>
        </p:nvSpPr>
        <p:spPr>
          <a:xfrm>
            <a:off x="8824511" y="3044952"/>
            <a:ext cx="768096" cy="768096"/>
          </a:xfrm>
          <a:prstGeom prst="rect">
            <a:avLst/>
          </a:prstGeom>
          <a:noFill/>
        </p:spPr>
        <p:txBody>
          <a:bodyPr wrap="square">
            <a:spAutoFit/>
          </a:bodyPr>
          <a:lstStyle/>
          <a:p>
            <a:pPr marL="0" indent="0" algn="ctr">
              <a:buNone/>
            </a:pPr>
            <a:r>
              <a:rPr lang="en-US" sz="4400" spc="1600" dirty="0">
                <a:solidFill>
                  <a:srgbClr val="8D6A9F"/>
                </a:solidFill>
                <a:latin typeface="American Typewriter" panose="02090604020004020304" pitchFamily="18" charset="77"/>
              </a:rPr>
              <a:t>$</a:t>
            </a:r>
          </a:p>
        </p:txBody>
      </p:sp>
      <p:sp>
        <p:nvSpPr>
          <p:cNvPr id="43" name="!!RefSeq_label">
            <a:extLst>
              <a:ext uri="{FF2B5EF4-FFF2-40B4-BE49-F238E27FC236}">
                <a16:creationId xmlns:a16="http://schemas.microsoft.com/office/drawing/2014/main" id="{F77B147A-93DC-298C-306B-B760A8E14039}"/>
              </a:ext>
            </a:extLst>
          </p:cNvPr>
          <p:cNvSpPr txBox="1"/>
          <p:nvPr/>
        </p:nvSpPr>
        <p:spPr>
          <a:xfrm>
            <a:off x="3615160" y="2209800"/>
            <a:ext cx="4484754" cy="677108"/>
          </a:xfrm>
          <a:prstGeom prst="rect">
            <a:avLst/>
          </a:prstGeom>
          <a:noFill/>
        </p:spPr>
        <p:txBody>
          <a:bodyPr wrap="none" rtlCol="0">
            <a:spAutoFit/>
          </a:bodyPr>
          <a:lstStyle/>
          <a:p>
            <a:pPr algn="ctr"/>
            <a:r>
              <a:rPr lang="en-US" sz="3800" i="1" dirty="0">
                <a:solidFill>
                  <a:srgbClr val="8D6A9F"/>
                </a:solidFill>
                <a:latin typeface="Helvetica Neue Light" panose="02000403000000020004" pitchFamily="2" charset="0"/>
                <a:ea typeface="Helvetica Neue Light" panose="02000403000000020004" pitchFamily="2" charset="0"/>
              </a:rPr>
              <a:t>Reference sequence</a:t>
            </a:r>
            <a:endParaRPr lang="en-US" sz="3800" i="1" baseline="30000" dirty="0">
              <a:solidFill>
                <a:srgbClr val="8D6A9F"/>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132787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Char"/>
      </p:transition>
    </mc:Choice>
    <mc:Fallback xmlns="">
      <p:transition spd="slow" advClick="0" advTm="2000">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1417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B20DFDC-06C7-D030-E88B-2C2E44C8540A}"/>
              </a:ext>
            </a:extLst>
          </p:cNvPr>
          <p:cNvGrpSpPr/>
          <p:nvPr/>
        </p:nvGrpSpPr>
        <p:grpSpPr>
          <a:xfrm>
            <a:off x="5222359" y="2435198"/>
            <a:ext cx="1747282" cy="1987605"/>
            <a:chOff x="3050659" y="1447181"/>
            <a:chExt cx="1747282" cy="1987605"/>
          </a:xfrm>
        </p:grpSpPr>
        <p:sp>
          <p:nvSpPr>
            <p:cNvPr id="4" name="Content Placeholder 2">
              <a:extLst>
                <a:ext uri="{FF2B5EF4-FFF2-40B4-BE49-F238E27FC236}">
                  <a16:creationId xmlns:a16="http://schemas.microsoft.com/office/drawing/2014/main" id="{2EAA1C59-A747-163D-63A5-CAD9FAFD6A47}"/>
                </a:ext>
              </a:extLst>
            </p:cNvPr>
            <p:cNvSpPr txBox="1">
              <a:spLocks/>
            </p:cNvSpPr>
            <p:nvPr/>
          </p:nvSpPr>
          <p:spPr>
            <a:xfrm>
              <a:off x="3050659" y="1447181"/>
              <a:ext cx="606941" cy="762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A</a:t>
              </a:r>
            </a:p>
          </p:txBody>
        </p:sp>
        <p:sp>
          <p:nvSpPr>
            <p:cNvPr id="5" name="Content Placeholder 2">
              <a:extLst>
                <a:ext uri="{FF2B5EF4-FFF2-40B4-BE49-F238E27FC236}">
                  <a16:creationId xmlns:a16="http://schemas.microsoft.com/office/drawing/2014/main" id="{4EAB587E-0CAA-A084-2555-7354542896CC}"/>
                </a:ext>
              </a:extLst>
            </p:cNvPr>
            <p:cNvSpPr txBox="1">
              <a:spLocks/>
            </p:cNvSpPr>
            <p:nvPr/>
          </p:nvSpPr>
          <p:spPr>
            <a:xfrm>
              <a:off x="4191000" y="2672167"/>
              <a:ext cx="606941" cy="762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C</a:t>
              </a:r>
            </a:p>
          </p:txBody>
        </p:sp>
        <p:sp>
          <p:nvSpPr>
            <p:cNvPr id="6" name="Content Placeholder 2">
              <a:extLst>
                <a:ext uri="{FF2B5EF4-FFF2-40B4-BE49-F238E27FC236}">
                  <a16:creationId xmlns:a16="http://schemas.microsoft.com/office/drawing/2014/main" id="{1848E753-D4F7-1F15-CCE5-824D9C02F1D8}"/>
                </a:ext>
              </a:extLst>
            </p:cNvPr>
            <p:cNvSpPr txBox="1">
              <a:spLocks/>
            </p:cNvSpPr>
            <p:nvPr/>
          </p:nvSpPr>
          <p:spPr>
            <a:xfrm>
              <a:off x="4191000" y="1447181"/>
              <a:ext cx="606941" cy="762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T</a:t>
              </a:r>
            </a:p>
          </p:txBody>
        </p:sp>
        <p:sp>
          <p:nvSpPr>
            <p:cNvPr id="7" name="Content Placeholder 2">
              <a:extLst>
                <a:ext uri="{FF2B5EF4-FFF2-40B4-BE49-F238E27FC236}">
                  <a16:creationId xmlns:a16="http://schemas.microsoft.com/office/drawing/2014/main" id="{9AFF7714-D962-B8FE-8367-3374A6533FC2}"/>
                </a:ext>
              </a:extLst>
            </p:cNvPr>
            <p:cNvSpPr txBox="1">
              <a:spLocks/>
            </p:cNvSpPr>
            <p:nvPr/>
          </p:nvSpPr>
          <p:spPr>
            <a:xfrm>
              <a:off x="3050659" y="2672167"/>
              <a:ext cx="606941" cy="762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G</a:t>
              </a:r>
            </a:p>
          </p:txBody>
        </p:sp>
      </p:grpSp>
    </p:spTree>
    <p:extLst>
      <p:ext uri="{BB962C8B-B14F-4D97-AF65-F5344CB8AC3E}">
        <p14:creationId xmlns:p14="http://schemas.microsoft.com/office/powerpoint/2010/main" val="276535748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46B64-4480-0608-26F6-8D3853474D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1F74B4-7BDA-1ECC-2765-798AD2571657}"/>
              </a:ext>
            </a:extLst>
          </p:cNvPr>
          <p:cNvSpPr txBox="1"/>
          <p:nvPr/>
        </p:nvSpPr>
        <p:spPr>
          <a:xfrm>
            <a:off x="231065" y="5791200"/>
            <a:ext cx="4950535" cy="769441"/>
          </a:xfrm>
          <a:prstGeom prst="rect">
            <a:avLst/>
          </a:prstGeom>
          <a:noFill/>
        </p:spPr>
        <p:txBody>
          <a:bodyPr wrap="square">
            <a:spAutoFit/>
          </a:bodyPr>
          <a:lstStyle/>
          <a:p>
            <a:pPr marL="0" indent="0" algn="ctr">
              <a:buNone/>
            </a:pPr>
            <a:r>
              <a:rPr lang="en-US" sz="4400" spc="-150" dirty="0">
                <a:solidFill>
                  <a:srgbClr val="BD632F"/>
                </a:solidFill>
                <a:latin typeface="American Typewriter" panose="02090604020004020304" pitchFamily="18" charset="77"/>
              </a:rPr>
              <a:t>48 steps</a:t>
            </a:r>
          </a:p>
        </p:txBody>
      </p:sp>
      <p:sp>
        <p:nvSpPr>
          <p:cNvPr id="5" name="TextBox 4">
            <a:extLst>
              <a:ext uri="{FF2B5EF4-FFF2-40B4-BE49-F238E27FC236}">
                <a16:creationId xmlns:a16="http://schemas.microsoft.com/office/drawing/2014/main" id="{4BA9A2E3-D4FC-B9FF-FC15-AAB2BF60FC6B}"/>
              </a:ext>
            </a:extLst>
          </p:cNvPr>
          <p:cNvSpPr txBox="1"/>
          <p:nvPr/>
        </p:nvSpPr>
        <p:spPr>
          <a:xfrm>
            <a:off x="7010400" y="5785757"/>
            <a:ext cx="4950535" cy="769441"/>
          </a:xfrm>
          <a:prstGeom prst="rect">
            <a:avLst/>
          </a:prstGeom>
          <a:noFill/>
        </p:spPr>
        <p:txBody>
          <a:bodyPr wrap="square">
            <a:spAutoFit/>
          </a:bodyPr>
          <a:lstStyle/>
          <a:p>
            <a:pPr marL="0" indent="0" algn="ctr">
              <a:buNone/>
            </a:pPr>
            <a:r>
              <a:rPr lang="en-US" sz="4400" spc="-150" dirty="0">
                <a:solidFill>
                  <a:srgbClr val="EFE9E7"/>
                </a:solidFill>
                <a:latin typeface="American Typewriter" panose="02090604020004020304" pitchFamily="18" charset="77"/>
              </a:rPr>
              <a:t>6 steps</a:t>
            </a:r>
          </a:p>
        </p:txBody>
      </p:sp>
      <p:sp>
        <p:nvSpPr>
          <p:cNvPr id="3" name="Content Placeholder 2">
            <a:extLst>
              <a:ext uri="{FF2B5EF4-FFF2-40B4-BE49-F238E27FC236}">
                <a16:creationId xmlns:a16="http://schemas.microsoft.com/office/drawing/2014/main" id="{9F94F6FE-E8AE-D342-5EFE-5DA9F0561616}"/>
              </a:ext>
            </a:extLst>
          </p:cNvPr>
          <p:cNvSpPr txBox="1">
            <a:spLocks/>
          </p:cNvSpPr>
          <p:nvPr/>
        </p:nvSpPr>
        <p:spPr>
          <a:xfrm>
            <a:off x="3050659" y="1447181"/>
            <a:ext cx="6090683" cy="31941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400" spc="1600" dirty="0">
                <a:solidFill>
                  <a:srgbClr val="BD632F"/>
                </a:solidFill>
                <a:latin typeface="American Typewriter" panose="02090604020004020304" pitchFamily="18" charset="77"/>
              </a:rPr>
              <a:t>TTTATTACAAATACAAGATTACATGTTACACGATTACACAATTACAAGAT</a:t>
            </a:r>
          </a:p>
        </p:txBody>
      </p:sp>
      <p:sp>
        <p:nvSpPr>
          <p:cNvPr id="6" name="TextBox 5">
            <a:extLst>
              <a:ext uri="{FF2B5EF4-FFF2-40B4-BE49-F238E27FC236}">
                <a16:creationId xmlns:a16="http://schemas.microsoft.com/office/drawing/2014/main" id="{1DB31AC1-BD85-6F0B-109D-57C263A562D5}"/>
              </a:ext>
            </a:extLst>
          </p:cNvPr>
          <p:cNvSpPr txBox="1"/>
          <p:nvPr/>
        </p:nvSpPr>
        <p:spPr>
          <a:xfrm>
            <a:off x="5181599" y="4641378"/>
            <a:ext cx="1828802" cy="769441"/>
          </a:xfrm>
          <a:prstGeom prst="rect">
            <a:avLst/>
          </a:prstGeom>
          <a:noFill/>
        </p:spPr>
        <p:txBody>
          <a:bodyPr wrap="square">
            <a:spAutoFit/>
          </a:bodyPr>
          <a:lstStyle/>
          <a:p>
            <a:pPr marL="0" indent="0" algn="ctr">
              <a:buNone/>
            </a:pPr>
            <a:r>
              <a:rPr lang="en-US" sz="4400" spc="-150" dirty="0">
                <a:solidFill>
                  <a:srgbClr val="D7CF07"/>
                </a:solidFill>
                <a:latin typeface="American Typewriter" panose="02090604020004020304" pitchFamily="18" charset="77"/>
              </a:rPr>
              <a:t>CAT</a:t>
            </a:r>
          </a:p>
        </p:txBody>
      </p:sp>
    </p:spTree>
    <p:extLst>
      <p:ext uri="{BB962C8B-B14F-4D97-AF65-F5344CB8AC3E}">
        <p14:creationId xmlns:p14="http://schemas.microsoft.com/office/powerpoint/2010/main" val="28226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5D3D-2A10-BE10-434D-FA463392690D}"/>
            </a:ext>
          </a:extLst>
        </p:cNvPr>
        <p:cNvGrpSpPr/>
        <p:nvPr/>
      </p:nvGrpSpPr>
      <p:grpSpPr>
        <a:xfrm>
          <a:off x="0" y="0"/>
          <a:ext cx="0" cy="0"/>
          <a:chOff x="0" y="0"/>
          <a:chExt cx="0" cy="0"/>
        </a:xfrm>
      </p:grpSpPr>
      <p:sp>
        <p:nvSpPr>
          <p:cNvPr id="40" name="!!G3_BWT">
            <a:extLst>
              <a:ext uri="{FF2B5EF4-FFF2-40B4-BE49-F238E27FC236}">
                <a16:creationId xmlns:a16="http://schemas.microsoft.com/office/drawing/2014/main" id="{615AEF92-7CA5-AFB0-6A0E-0D109B1C0FBE}"/>
              </a:ext>
            </a:extLst>
          </p:cNvPr>
          <p:cNvSpPr txBox="1">
            <a:spLocks noChangeAspect="1"/>
          </p:cNvSpPr>
          <p:nvPr/>
        </p:nvSpPr>
        <p:spPr>
          <a:xfrm>
            <a:off x="2206978" y="2131759"/>
            <a:ext cx="699321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C$TATCAAATA</a:t>
            </a:r>
          </a:p>
        </p:txBody>
      </p:sp>
      <p:sp>
        <p:nvSpPr>
          <p:cNvPr id="52" name="!!$_F">
            <a:extLst>
              <a:ext uri="{FF2B5EF4-FFF2-40B4-BE49-F238E27FC236}">
                <a16:creationId xmlns:a16="http://schemas.microsoft.com/office/drawing/2014/main" id="{7DB685E6-AC85-5C42-2777-A95B336354DB}"/>
              </a:ext>
            </a:extLst>
          </p:cNvPr>
          <p:cNvSpPr txBox="1">
            <a:spLocks noChangeAspect="1"/>
          </p:cNvSpPr>
          <p:nvPr/>
        </p:nvSpPr>
        <p:spPr>
          <a:xfrm>
            <a:off x="1824504" y="1362319"/>
            <a:ext cx="7763807" cy="769441"/>
          </a:xfrm>
          <a:prstGeom prst="rect">
            <a:avLst/>
          </a:prstGeom>
          <a:noFill/>
        </p:spPr>
        <p:txBody>
          <a:bodyPr wrap="square">
            <a:spAutoFit/>
          </a:bodyPr>
          <a:lstStyle/>
          <a:p>
            <a:pPr marL="0" indent="0" algn="ctr">
              <a:buNone/>
            </a:pPr>
            <a:r>
              <a:rPr lang="en-US" sz="4400" spc="1600" dirty="0">
                <a:solidFill>
                  <a:srgbClr val="247BA0"/>
                </a:solidFill>
                <a:latin typeface="American Typewriter" panose="02090604020004020304" pitchFamily="18" charset="77"/>
              </a:rPr>
              <a:t>$AAAAACCTTT</a:t>
            </a:r>
          </a:p>
        </p:txBody>
      </p:sp>
      <p:sp>
        <p:nvSpPr>
          <p:cNvPr id="3" name="!!G3_BWT">
            <a:extLst>
              <a:ext uri="{FF2B5EF4-FFF2-40B4-BE49-F238E27FC236}">
                <a16:creationId xmlns:a16="http://schemas.microsoft.com/office/drawing/2014/main" id="{30C3164A-9DDA-E499-C656-CF14EA70057F}"/>
              </a:ext>
            </a:extLst>
          </p:cNvPr>
          <p:cNvSpPr txBox="1">
            <a:spLocks noChangeAspect="1"/>
          </p:cNvSpPr>
          <p:nvPr/>
        </p:nvSpPr>
        <p:spPr>
          <a:xfrm>
            <a:off x="2206978" y="3956800"/>
            <a:ext cx="6993214" cy="769441"/>
          </a:xfrm>
          <a:prstGeom prst="rect">
            <a:avLst/>
          </a:prstGeom>
          <a:noFill/>
        </p:spPr>
        <p:txBody>
          <a:bodyPr wrap="square">
            <a:spAutoFit/>
          </a:bodyPr>
          <a:lstStyle/>
          <a:p>
            <a:pPr marL="0" indent="0" algn="ctr">
              <a:buNone/>
            </a:pPr>
            <a:r>
              <a:rPr lang="en-US" sz="4400" spc="1600" dirty="0">
                <a:solidFill>
                  <a:srgbClr val="212529"/>
                </a:solidFill>
                <a:latin typeface="American Typewriter" panose="02090604020004020304" pitchFamily="18" charset="77"/>
              </a:rPr>
              <a:t>AACATTATAC$</a:t>
            </a:r>
          </a:p>
        </p:txBody>
      </p:sp>
    </p:spTree>
    <p:extLst>
      <p:ext uri="{BB962C8B-B14F-4D97-AF65-F5344CB8AC3E}">
        <p14:creationId xmlns:p14="http://schemas.microsoft.com/office/powerpoint/2010/main" val="2266757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Char"/>
      </p:transition>
    </mc:Choice>
    <mc:Fallback xmlns="">
      <p:transition spd="slow" advClick="0" advTm="2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14279</TotalTime>
  <Words>7849</Words>
  <Application>Microsoft Macintosh PowerPoint</Application>
  <PresentationFormat>Widescreen</PresentationFormat>
  <Paragraphs>2228</Paragraphs>
  <Slides>139</Slides>
  <Notes>74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139</vt:i4>
      </vt:variant>
    </vt:vector>
  </HeadingPairs>
  <TitlesOfParts>
    <vt:vector size="146" baseType="lpstr">
      <vt:lpstr>American Typewriter</vt:lpstr>
      <vt:lpstr>Aptos</vt:lpstr>
      <vt:lpstr>Aptos Display</vt:lpstr>
      <vt:lpstr>Arial</vt:lpstr>
      <vt:lpstr>Helvetica Neue</vt:lpstr>
      <vt:lpstr>Helvetica Neue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Varma, Aalok</dc:creator>
  <cp:lastModifiedBy>Varma, Aalok</cp:lastModifiedBy>
  <cp:revision>515</cp:revision>
  <dcterms:created xsi:type="dcterms:W3CDTF">2026-08-22T00:09:03Z</dcterms:created>
  <dcterms:modified xsi:type="dcterms:W3CDTF">2026-09-13T20:15:57Z</dcterms:modified>
</cp:coreProperties>
</file>